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7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8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1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2"/>
          <c:y val="0.06"/>
          <c:w val="0.8"/>
          <c:h val="0.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油温</c:v>
                </c:pt>
              </c:strCache>
            </c:strRef>
          </c:tx>
          <c:spPr>
            <a:solidFill>
              <a:srgbClr val="262626"/>
            </a:solidFill>
            <a:ln w="31750" cap="flat">
              <a:solidFill>
                <a:srgbClr val="26262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7"/>
            <c:spPr>
              <a:solidFill>
                <a:srgbClr val="262626"/>
              </a:solidFill>
              <a:ln w="9525" cap="flat">
                <a:solidFill>
                  <a:srgbClr val="26262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36.00003753815471</c:v>
                </c:pt>
                <c:pt idx="1">
                  <c:v>36.000194289400824</c:v>
                </c:pt>
                <c:pt idx="2">
                  <c:v>36.000897812320474</c:v>
                </c:pt>
                <c:pt idx="3">
                  <c:v>36.00370409635539</c:v>
                </c:pt>
                <c:pt idx="4">
                  <c:v>36.013643922789484</c:v>
                </c:pt>
                <c:pt idx="5">
                  <c:v>36.04487004379731</c:v>
                </c:pt>
                <c:pt idx="6">
                  <c:v>36.13174495595931</c:v>
                </c:pt>
                <c:pt idx="7">
                  <c:v>36.34535978289443</c:v>
                </c:pt>
                <c:pt idx="8">
                  <c:v>36.808294812287514</c:v>
                </c:pt>
                <c:pt idx="9">
                  <c:v>37.688993907965774</c:v>
                </c:pt>
                <c:pt idx="10">
                  <c:v>39.15098718993708</c:v>
                </c:pt>
                <c:pt idx="11">
                  <c:v>41.24838221191177</c:v>
                </c:pt>
                <c:pt idx="12">
                  <c:v>43.80484953557926</c:v>
                </c:pt>
                <c:pt idx="13">
                  <c:v>46.36248411829556</c:v>
                </c:pt>
                <c:pt idx="14">
                  <c:v>48.28353828357356</c:v>
                </c:pt>
                <c:pt idx="15">
                  <c:v>49</c:v>
                </c:pt>
                <c:pt idx="16">
                  <c:v>48.28353828357356</c:v>
                </c:pt>
                <c:pt idx="17">
                  <c:v>46.36248411829556</c:v>
                </c:pt>
                <c:pt idx="18">
                  <c:v>43.80484953557926</c:v>
                </c:pt>
                <c:pt idx="19">
                  <c:v>41.24838221191177</c:v>
                </c:pt>
                <c:pt idx="20">
                  <c:v>39.15098718993708</c:v>
                </c:pt>
                <c:pt idx="21">
                  <c:v>37.688993907965774</c:v>
                </c:pt>
                <c:pt idx="22">
                  <c:v>36.808294812287514</c:v>
                </c:pt>
                <c:pt idx="23">
                  <c:v>36.34535978289443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閾値</c:v>
                </c:pt>
              </c:strCache>
            </c:strRef>
          </c:tx>
          <c:spPr>
            <a:solidFill>
              <a:srgbClr val="C55A11"/>
            </a:solidFill>
            <a:ln w="31750" cap="flat">
              <a:solidFill>
                <a:srgbClr val="C55A1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7"/>
            <c:spPr>
              <a:solidFill>
                <a:srgbClr val="C55A11"/>
              </a:solidFill>
              <a:ln w="9525" cap="flat">
                <a:solidFill>
                  <a:srgbClr val="C55A1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46</c:v>
                </c:pt>
                <c:pt idx="1">
                  <c:v>46</c:v>
                </c:pt>
                <c:pt idx="2">
                  <c:v>46</c:v>
                </c:pt>
                <c:pt idx="3">
                  <c:v>46</c:v>
                </c:pt>
                <c:pt idx="4">
                  <c:v>46</c:v>
                </c:pt>
                <c:pt idx="5">
                  <c:v>46</c:v>
                </c:pt>
                <c:pt idx="6">
                  <c:v>46</c:v>
                </c:pt>
                <c:pt idx="7">
                  <c:v>46</c:v>
                </c:pt>
                <c:pt idx="8">
                  <c:v>46</c:v>
                </c:pt>
                <c:pt idx="9">
                  <c:v>46</c:v>
                </c:pt>
                <c:pt idx="10">
                  <c:v>46</c:v>
                </c:pt>
                <c:pt idx="11">
                  <c:v>46</c:v>
                </c:pt>
                <c:pt idx="12">
                  <c:v>46</c:v>
                </c:pt>
                <c:pt idx="13">
                  <c:v>46</c:v>
                </c:pt>
                <c:pt idx="14">
                  <c:v>46</c:v>
                </c:pt>
                <c:pt idx="15">
                  <c:v>46</c:v>
                </c:pt>
                <c:pt idx="16">
                  <c:v>46</c:v>
                </c:pt>
                <c:pt idx="17">
                  <c:v>46</c:v>
                </c:pt>
                <c:pt idx="18">
                  <c:v>46</c:v>
                </c:pt>
                <c:pt idx="19">
                  <c:v>46</c:v>
                </c:pt>
                <c:pt idx="20">
                  <c:v>46</c:v>
                </c:pt>
                <c:pt idx="21">
                  <c:v>46</c:v>
                </c:pt>
                <c:pt idx="22">
                  <c:v>46</c:v>
                </c:pt>
                <c:pt idx="23">
                  <c:v>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"/>
          <c:min val="30"/>
        </c:scaling>
        <c:delete val="1"/>
        <c:axPos val="l"/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E6E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9"/>
          <c:y val="0.04"/>
          <c:w val="0.82"/>
          <c:h val="0.82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夏</c:v>
                </c:pt>
              </c:strCache>
            </c:strRef>
          </c:tx>
          <c:spPr>
            <a:solidFill>
              <a:srgbClr val="1F4E79"/>
            </a:solidFill>
            <a:ln w="25400" cap="flat">
              <a:solidFill>
                <a:srgbClr val="1F4E7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7"/>
            <c:spPr>
              <a:solidFill>
                <a:srgbClr val="1F4E79"/>
              </a:solidFill>
              <a:ln w="9525" cap="flat">
                <a:solidFill>
                  <a:srgbClr val="1F4E7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38.15</c:v>
                </c:pt>
                <c:pt idx="1">
                  <c:v>37.75</c:v>
                </c:pt>
                <c:pt idx="2">
                  <c:v>37.29</c:v>
                </c:pt>
                <c:pt idx="3">
                  <c:v>36.87</c:v>
                </c:pt>
                <c:pt idx="4">
                  <c:v>36.41</c:v>
                </c:pt>
                <c:pt idx="5">
                  <c:v>35.99</c:v>
                </c:pt>
                <c:pt idx="6">
                  <c:v>35.71</c:v>
                </c:pt>
                <c:pt idx="7">
                  <c:v>35.8</c:v>
                </c:pt>
                <c:pt idx="8">
                  <c:v>36.72</c:v>
                </c:pt>
                <c:pt idx="9">
                  <c:v>38.19</c:v>
                </c:pt>
                <c:pt idx="10">
                  <c:v>39.85</c:v>
                </c:pt>
                <c:pt idx="11">
                  <c:v>41.9</c:v>
                </c:pt>
                <c:pt idx="12">
                  <c:v>43.16</c:v>
                </c:pt>
                <c:pt idx="13">
                  <c:v>43.98</c:v>
                </c:pt>
                <c:pt idx="14">
                  <c:v>44.94</c:v>
                </c:pt>
                <c:pt idx="15">
                  <c:v>45.28</c:v>
                </c:pt>
                <c:pt idx="16">
                  <c:v>44.71</c:v>
                </c:pt>
                <c:pt idx="17">
                  <c:v>43.63</c:v>
                </c:pt>
                <c:pt idx="18">
                  <c:v>42.63</c:v>
                </c:pt>
                <c:pt idx="19">
                  <c:v>41.55</c:v>
                </c:pt>
                <c:pt idx="20">
                  <c:v>40.47</c:v>
                </c:pt>
                <c:pt idx="21">
                  <c:v>39.67</c:v>
                </c:pt>
                <c:pt idx="22">
                  <c:v>39.01</c:v>
                </c:pt>
                <c:pt idx="23">
                  <c:v>38.57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秋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7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25.34</c:v>
                </c:pt>
                <c:pt idx="1">
                  <c:v>25</c:v>
                </c:pt>
                <c:pt idx="2">
                  <c:v>24.59</c:v>
                </c:pt>
                <c:pt idx="3">
                  <c:v>24.19</c:v>
                </c:pt>
                <c:pt idx="4">
                  <c:v>23.82</c:v>
                </c:pt>
                <c:pt idx="5">
                  <c:v>23.49</c:v>
                </c:pt>
                <c:pt idx="6">
                  <c:v>23.22</c:v>
                </c:pt>
                <c:pt idx="7">
                  <c:v>23.07</c:v>
                </c:pt>
                <c:pt idx="8">
                  <c:v>23.52</c:v>
                </c:pt>
                <c:pt idx="9">
                  <c:v>24.71</c:v>
                </c:pt>
                <c:pt idx="10">
                  <c:v>26.39</c:v>
                </c:pt>
                <c:pt idx="11">
                  <c:v>28.04</c:v>
                </c:pt>
                <c:pt idx="12">
                  <c:v>29.31</c:v>
                </c:pt>
                <c:pt idx="13">
                  <c:v>30.4</c:v>
                </c:pt>
                <c:pt idx="14">
                  <c:v>31.1</c:v>
                </c:pt>
                <c:pt idx="15">
                  <c:v>31.14</c:v>
                </c:pt>
                <c:pt idx="16">
                  <c:v>30.53</c:v>
                </c:pt>
                <c:pt idx="17">
                  <c:v>29.62</c:v>
                </c:pt>
                <c:pt idx="18">
                  <c:v>28.58</c:v>
                </c:pt>
                <c:pt idx="19">
                  <c:v>27.63</c:v>
                </c:pt>
                <c:pt idx="20">
                  <c:v>26.89</c:v>
                </c:pt>
                <c:pt idx="21">
                  <c:v>26.3</c:v>
                </c:pt>
                <c:pt idx="22">
                  <c:v>25.82</c:v>
                </c:pt>
                <c:pt idx="23">
                  <c:v>25.49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春</c:v>
                </c:pt>
              </c:strCache>
            </c:strRef>
          </c:tx>
          <c:spPr>
            <a:solidFill>
              <a:srgbClr val="1F4E79"/>
            </a:solidFill>
            <a:ln w="25400" cap="flat">
              <a:solidFill>
                <a:srgbClr val="1F4E7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7"/>
            <c:spPr>
              <a:solidFill>
                <a:srgbClr val="1F4E79"/>
              </a:solidFill>
              <a:ln w="9525" cap="flat">
                <a:solidFill>
                  <a:srgbClr val="1F4E7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24.84</c:v>
                </c:pt>
                <c:pt idx="1">
                  <c:v>24.32</c:v>
                </c:pt>
                <c:pt idx="2">
                  <c:v>23.79</c:v>
                </c:pt>
                <c:pt idx="3">
                  <c:v>23.32</c:v>
                </c:pt>
                <c:pt idx="4">
                  <c:v>22.87</c:v>
                </c:pt>
                <c:pt idx="5">
                  <c:v>22.42</c:v>
                </c:pt>
                <c:pt idx="6">
                  <c:v>22.01</c:v>
                </c:pt>
                <c:pt idx="7">
                  <c:v>21.99</c:v>
                </c:pt>
                <c:pt idx="8">
                  <c:v>22.77</c:v>
                </c:pt>
                <c:pt idx="9">
                  <c:v>24.23</c:v>
                </c:pt>
                <c:pt idx="10">
                  <c:v>26.28</c:v>
                </c:pt>
                <c:pt idx="11">
                  <c:v>28.49</c:v>
                </c:pt>
                <c:pt idx="12">
                  <c:v>30.09</c:v>
                </c:pt>
                <c:pt idx="13">
                  <c:v>31.12</c:v>
                </c:pt>
                <c:pt idx="14">
                  <c:v>32.56</c:v>
                </c:pt>
                <c:pt idx="15">
                  <c:v>33.01</c:v>
                </c:pt>
                <c:pt idx="16">
                  <c:v>32.41</c:v>
                </c:pt>
                <c:pt idx="17">
                  <c:v>31.25</c:v>
                </c:pt>
                <c:pt idx="18">
                  <c:v>30.14</c:v>
                </c:pt>
                <c:pt idx="19">
                  <c:v>28.91</c:v>
                </c:pt>
                <c:pt idx="20">
                  <c:v>27.75</c:v>
                </c:pt>
                <c:pt idx="21">
                  <c:v>26.79</c:v>
                </c:pt>
                <c:pt idx="22">
                  <c:v>26.05</c:v>
                </c:pt>
                <c:pt idx="23">
                  <c:v>25.49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冬</c:v>
                </c:pt>
              </c:strCache>
            </c:strRef>
          </c:tx>
          <c:spPr>
            <a:solidFill>
              <a:srgbClr val="1F4E79"/>
            </a:solidFill>
            <a:ln w="25400" cap="flat">
              <a:solidFill>
                <a:srgbClr val="1F4E7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7"/>
            <c:spPr>
              <a:solidFill>
                <a:srgbClr val="1F4E79"/>
              </a:solidFill>
              <a:ln w="9525" cap="flat">
                <a:solidFill>
                  <a:srgbClr val="1F4E7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Sheet1!$E$2:$E$25</c:f>
              <c:numCache>
                <c:formatCode>General</c:formatCode>
                <c:ptCount val="24"/>
                <c:pt idx="0">
                  <c:v>11.98</c:v>
                </c:pt>
                <c:pt idx="1">
                  <c:v>11.57</c:v>
                </c:pt>
                <c:pt idx="2">
                  <c:v>11.15</c:v>
                </c:pt>
                <c:pt idx="3">
                  <c:v>10.71</c:v>
                </c:pt>
                <c:pt idx="4">
                  <c:v>10.28</c:v>
                </c:pt>
                <c:pt idx="5">
                  <c:v>9.89</c:v>
                </c:pt>
                <c:pt idx="6">
                  <c:v>9.55</c:v>
                </c:pt>
                <c:pt idx="7">
                  <c:v>9.28</c:v>
                </c:pt>
                <c:pt idx="8">
                  <c:v>9.2</c:v>
                </c:pt>
                <c:pt idx="9">
                  <c:v>10.24</c:v>
                </c:pt>
                <c:pt idx="10">
                  <c:v>11.99</c:v>
                </c:pt>
                <c:pt idx="11">
                  <c:v>13.97</c:v>
                </c:pt>
                <c:pt idx="12">
                  <c:v>15.77</c:v>
                </c:pt>
                <c:pt idx="13">
                  <c:v>16.87</c:v>
                </c:pt>
                <c:pt idx="14">
                  <c:v>18.03</c:v>
                </c:pt>
                <c:pt idx="15">
                  <c:v>18.16</c:v>
                </c:pt>
                <c:pt idx="16">
                  <c:v>17.71</c:v>
                </c:pt>
                <c:pt idx="17">
                  <c:v>16.69</c:v>
                </c:pt>
                <c:pt idx="18">
                  <c:v>15.57</c:v>
                </c:pt>
                <c:pt idx="19">
                  <c:v>14.62</c:v>
                </c:pt>
                <c:pt idx="20">
                  <c:v>13.85</c:v>
                </c:pt>
                <c:pt idx="21">
                  <c:v>13.23</c:v>
                </c:pt>
                <c:pt idx="22">
                  <c:v>12.73</c:v>
                </c:pt>
                <c:pt idx="23">
                  <c:v>12.36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5"/>
        </c:scaling>
        <c:delete val="0"/>
        <c:axPos val="l"/>
        <c:majorGridlines>
          <c:spPr>
            <a:ln w="9525" cap="flat">
              <a:solidFill>
                <a:srgbClr val="EBEBEB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E6E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2"/>
          <c:y val="0.1"/>
          <c:w val="0.96"/>
          <c:h val="0.7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BFBFB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2626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FBFB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FBFB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F7F7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E75B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持続予測</c:v>
                  </c:pt>
                  <c:pt idx="1">
                    <c:v>前日同時刻</c:v>
                  </c:pt>
                  <c:pt idx="2">
                    <c:v>リッジ回帰</c:v>
                  </c:pt>
                  <c:pt idx="3">
                    <c:v>LightGBM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4.44</c:v>
                </c:pt>
                <c:pt idx="1">
                  <c:v>3.21</c:v>
                </c:pt>
                <c:pt idx="2">
                  <c:v>2.37</c:v>
                </c:pt>
                <c:pt idx="3">
                  <c:v>1.95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600" u="none">
                  <a:solidFill>
                    <a:srgbClr val="2626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A3A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.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5"/>
          <c:y val="0.05"/>
          <c:w val="0.8"/>
          <c:h val="0.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実測</c:v>
                </c:pt>
              </c:strCache>
            </c:strRef>
          </c:tx>
          <c:spPr>
            <a:solidFill>
              <a:srgbClr val="262626"/>
            </a:solidFill>
            <a:ln w="22225" cap="flat">
              <a:solidFill>
                <a:srgbClr val="26262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7"/>
            <c:spPr>
              <a:solidFill>
                <a:srgbClr val="262626"/>
              </a:solidFill>
              <a:ln w="9525" cap="flat">
                <a:solidFill>
                  <a:srgbClr val="26262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Sheet1!$A$2:$A$169</c:f>
              <c:multiLvlStrCache>
                <c:ptCount val="168"/>
                <c:lvl>
                  <c:pt idx="0">
                    <c:v>3/19 00</c:v>
                  </c:pt>
                  <c:pt idx="1">
                    <c:v>3/19 01</c:v>
                  </c:pt>
                  <c:pt idx="2">
                    <c:v>3/19 02</c:v>
                  </c:pt>
                  <c:pt idx="3">
                    <c:v>3/19 03</c:v>
                  </c:pt>
                  <c:pt idx="4">
                    <c:v>3/19 04</c:v>
                  </c:pt>
                  <c:pt idx="5">
                    <c:v>3/19 05</c:v>
                  </c:pt>
                  <c:pt idx="6">
                    <c:v>3/19 06</c:v>
                  </c:pt>
                  <c:pt idx="7">
                    <c:v>3/19 07</c:v>
                  </c:pt>
                  <c:pt idx="8">
                    <c:v>3/19 08</c:v>
                  </c:pt>
                  <c:pt idx="9">
                    <c:v>3/19 09</c:v>
                  </c:pt>
                  <c:pt idx="10">
                    <c:v>3/19 10</c:v>
                  </c:pt>
                  <c:pt idx="11">
                    <c:v>3/19 11</c:v>
                  </c:pt>
                  <c:pt idx="12">
                    <c:v>3/19 12</c:v>
                  </c:pt>
                  <c:pt idx="13">
                    <c:v>3/19 13</c:v>
                  </c:pt>
                  <c:pt idx="14">
                    <c:v>3/19 14</c:v>
                  </c:pt>
                  <c:pt idx="15">
                    <c:v>3/19 15</c:v>
                  </c:pt>
                  <c:pt idx="16">
                    <c:v>3/19 16</c:v>
                  </c:pt>
                  <c:pt idx="17">
                    <c:v>3/19 17</c:v>
                  </c:pt>
                  <c:pt idx="18">
                    <c:v>3/19 18</c:v>
                  </c:pt>
                  <c:pt idx="19">
                    <c:v>3/19 19</c:v>
                  </c:pt>
                  <c:pt idx="20">
                    <c:v>3/19 20</c:v>
                  </c:pt>
                  <c:pt idx="21">
                    <c:v>3/19 21</c:v>
                  </c:pt>
                  <c:pt idx="22">
                    <c:v>3/19 22</c:v>
                  </c:pt>
                  <c:pt idx="23">
                    <c:v>3/19 23</c:v>
                  </c:pt>
                  <c:pt idx="24">
                    <c:v>3/20 00</c:v>
                  </c:pt>
                  <c:pt idx="25">
                    <c:v>3/20 01</c:v>
                  </c:pt>
                  <c:pt idx="26">
                    <c:v>3/20 02</c:v>
                  </c:pt>
                  <c:pt idx="27">
                    <c:v>3/20 03</c:v>
                  </c:pt>
                  <c:pt idx="28">
                    <c:v>3/20 04</c:v>
                  </c:pt>
                  <c:pt idx="29">
                    <c:v>3/20 05</c:v>
                  </c:pt>
                  <c:pt idx="30">
                    <c:v>3/20 06</c:v>
                  </c:pt>
                  <c:pt idx="31">
                    <c:v>3/20 07</c:v>
                  </c:pt>
                  <c:pt idx="32">
                    <c:v>3/20 08</c:v>
                  </c:pt>
                  <c:pt idx="33">
                    <c:v>3/20 09</c:v>
                  </c:pt>
                  <c:pt idx="34">
                    <c:v>3/20 10</c:v>
                  </c:pt>
                  <c:pt idx="35">
                    <c:v>3/20 11</c:v>
                  </c:pt>
                  <c:pt idx="36">
                    <c:v>3/20 12</c:v>
                  </c:pt>
                  <c:pt idx="37">
                    <c:v>3/20 13</c:v>
                  </c:pt>
                  <c:pt idx="38">
                    <c:v>3/20 14</c:v>
                  </c:pt>
                  <c:pt idx="39">
                    <c:v>3/20 15</c:v>
                  </c:pt>
                  <c:pt idx="40">
                    <c:v>3/20 16</c:v>
                  </c:pt>
                  <c:pt idx="41">
                    <c:v>3/20 17</c:v>
                  </c:pt>
                  <c:pt idx="42">
                    <c:v>3/20 18</c:v>
                  </c:pt>
                  <c:pt idx="43">
                    <c:v>3/20 19</c:v>
                  </c:pt>
                  <c:pt idx="44">
                    <c:v>3/20 20</c:v>
                  </c:pt>
                  <c:pt idx="45">
                    <c:v>3/20 21</c:v>
                  </c:pt>
                  <c:pt idx="46">
                    <c:v>3/20 22</c:v>
                  </c:pt>
                  <c:pt idx="47">
                    <c:v>3/20 23</c:v>
                  </c:pt>
                  <c:pt idx="48">
                    <c:v>3/21 00</c:v>
                  </c:pt>
                  <c:pt idx="49">
                    <c:v>3/21 01</c:v>
                  </c:pt>
                  <c:pt idx="50">
                    <c:v>3/21 02</c:v>
                  </c:pt>
                  <c:pt idx="51">
                    <c:v>3/21 03</c:v>
                  </c:pt>
                  <c:pt idx="52">
                    <c:v>3/21 04</c:v>
                  </c:pt>
                  <c:pt idx="53">
                    <c:v>3/21 05</c:v>
                  </c:pt>
                  <c:pt idx="54">
                    <c:v>3/21 06</c:v>
                  </c:pt>
                  <c:pt idx="55">
                    <c:v>3/21 07</c:v>
                  </c:pt>
                  <c:pt idx="56">
                    <c:v>3/21 08</c:v>
                  </c:pt>
                  <c:pt idx="57">
                    <c:v>3/21 09</c:v>
                  </c:pt>
                  <c:pt idx="58">
                    <c:v>3/21 10</c:v>
                  </c:pt>
                  <c:pt idx="59">
                    <c:v>3/21 11</c:v>
                  </c:pt>
                  <c:pt idx="60">
                    <c:v>3/21 12</c:v>
                  </c:pt>
                  <c:pt idx="61">
                    <c:v>3/21 13</c:v>
                  </c:pt>
                  <c:pt idx="62">
                    <c:v>3/21 14</c:v>
                  </c:pt>
                  <c:pt idx="63">
                    <c:v>3/21 15</c:v>
                  </c:pt>
                  <c:pt idx="64">
                    <c:v>3/21 16</c:v>
                  </c:pt>
                  <c:pt idx="65">
                    <c:v>3/21 17</c:v>
                  </c:pt>
                  <c:pt idx="66">
                    <c:v>3/21 18</c:v>
                  </c:pt>
                  <c:pt idx="67">
                    <c:v>3/21 19</c:v>
                  </c:pt>
                  <c:pt idx="68">
                    <c:v>3/21 20</c:v>
                  </c:pt>
                  <c:pt idx="69">
                    <c:v>3/21 21</c:v>
                  </c:pt>
                  <c:pt idx="70">
                    <c:v>3/21 22</c:v>
                  </c:pt>
                  <c:pt idx="71">
                    <c:v>3/21 23</c:v>
                  </c:pt>
                  <c:pt idx="72">
                    <c:v>3/22 00</c:v>
                  </c:pt>
                  <c:pt idx="73">
                    <c:v>3/22 01</c:v>
                  </c:pt>
                  <c:pt idx="74">
                    <c:v>3/22 02</c:v>
                  </c:pt>
                  <c:pt idx="75">
                    <c:v>3/22 03</c:v>
                  </c:pt>
                  <c:pt idx="76">
                    <c:v>3/22 04</c:v>
                  </c:pt>
                  <c:pt idx="77">
                    <c:v>3/22 05</c:v>
                  </c:pt>
                  <c:pt idx="78">
                    <c:v>3/22 06</c:v>
                  </c:pt>
                  <c:pt idx="79">
                    <c:v>3/22 07</c:v>
                  </c:pt>
                  <c:pt idx="80">
                    <c:v>3/22 08</c:v>
                  </c:pt>
                  <c:pt idx="81">
                    <c:v>3/22 09</c:v>
                  </c:pt>
                  <c:pt idx="82">
                    <c:v>3/22 10</c:v>
                  </c:pt>
                  <c:pt idx="83">
                    <c:v>3/22 11</c:v>
                  </c:pt>
                  <c:pt idx="84">
                    <c:v>3/22 12</c:v>
                  </c:pt>
                  <c:pt idx="85">
                    <c:v>3/22 13</c:v>
                  </c:pt>
                  <c:pt idx="86">
                    <c:v>3/22 14</c:v>
                  </c:pt>
                  <c:pt idx="87">
                    <c:v>3/22 15</c:v>
                  </c:pt>
                  <c:pt idx="88">
                    <c:v>3/22 16</c:v>
                  </c:pt>
                  <c:pt idx="89">
                    <c:v>3/22 17</c:v>
                  </c:pt>
                  <c:pt idx="90">
                    <c:v>3/22 18</c:v>
                  </c:pt>
                  <c:pt idx="91">
                    <c:v>3/22 19</c:v>
                  </c:pt>
                  <c:pt idx="92">
                    <c:v>3/22 20</c:v>
                  </c:pt>
                  <c:pt idx="93">
                    <c:v>3/22 21</c:v>
                  </c:pt>
                  <c:pt idx="94">
                    <c:v>3/22 22</c:v>
                  </c:pt>
                  <c:pt idx="95">
                    <c:v>3/22 23</c:v>
                  </c:pt>
                  <c:pt idx="96">
                    <c:v>3/23 00</c:v>
                  </c:pt>
                  <c:pt idx="97">
                    <c:v>3/23 01</c:v>
                  </c:pt>
                  <c:pt idx="98">
                    <c:v>3/23 02</c:v>
                  </c:pt>
                  <c:pt idx="99">
                    <c:v>3/23 03</c:v>
                  </c:pt>
                  <c:pt idx="100">
                    <c:v>3/23 04</c:v>
                  </c:pt>
                  <c:pt idx="101">
                    <c:v>3/23 05</c:v>
                  </c:pt>
                  <c:pt idx="102">
                    <c:v>3/23 06</c:v>
                  </c:pt>
                  <c:pt idx="103">
                    <c:v>3/23 07</c:v>
                  </c:pt>
                  <c:pt idx="104">
                    <c:v>3/23 08</c:v>
                  </c:pt>
                  <c:pt idx="105">
                    <c:v>3/23 09</c:v>
                  </c:pt>
                  <c:pt idx="106">
                    <c:v>3/23 10</c:v>
                  </c:pt>
                  <c:pt idx="107">
                    <c:v>3/23 11</c:v>
                  </c:pt>
                  <c:pt idx="108">
                    <c:v>3/23 12</c:v>
                  </c:pt>
                  <c:pt idx="109">
                    <c:v>3/23 13</c:v>
                  </c:pt>
                  <c:pt idx="110">
                    <c:v>3/23 14</c:v>
                  </c:pt>
                  <c:pt idx="111">
                    <c:v>3/23 15</c:v>
                  </c:pt>
                  <c:pt idx="112">
                    <c:v>3/23 16</c:v>
                  </c:pt>
                  <c:pt idx="113">
                    <c:v>3/23 17</c:v>
                  </c:pt>
                  <c:pt idx="114">
                    <c:v>3/23 18</c:v>
                  </c:pt>
                  <c:pt idx="115">
                    <c:v>3/23 19</c:v>
                  </c:pt>
                  <c:pt idx="116">
                    <c:v>3/23 20</c:v>
                  </c:pt>
                  <c:pt idx="117">
                    <c:v>3/23 21</c:v>
                  </c:pt>
                  <c:pt idx="118">
                    <c:v>3/23 22</c:v>
                  </c:pt>
                  <c:pt idx="119">
                    <c:v>3/23 23</c:v>
                  </c:pt>
                  <c:pt idx="120">
                    <c:v>3/24 00</c:v>
                  </c:pt>
                  <c:pt idx="121">
                    <c:v>3/24 01</c:v>
                  </c:pt>
                  <c:pt idx="122">
                    <c:v>3/24 02</c:v>
                  </c:pt>
                  <c:pt idx="123">
                    <c:v>3/24 03</c:v>
                  </c:pt>
                  <c:pt idx="124">
                    <c:v>3/24 04</c:v>
                  </c:pt>
                  <c:pt idx="125">
                    <c:v>3/24 05</c:v>
                  </c:pt>
                  <c:pt idx="126">
                    <c:v>3/24 06</c:v>
                  </c:pt>
                  <c:pt idx="127">
                    <c:v>3/24 07</c:v>
                  </c:pt>
                  <c:pt idx="128">
                    <c:v>3/24 08</c:v>
                  </c:pt>
                  <c:pt idx="129">
                    <c:v>3/24 09</c:v>
                  </c:pt>
                  <c:pt idx="130">
                    <c:v>3/24 10</c:v>
                  </c:pt>
                  <c:pt idx="131">
                    <c:v>3/24 11</c:v>
                  </c:pt>
                  <c:pt idx="132">
                    <c:v>3/24 12</c:v>
                  </c:pt>
                  <c:pt idx="133">
                    <c:v>3/24 13</c:v>
                  </c:pt>
                  <c:pt idx="134">
                    <c:v>3/24 14</c:v>
                  </c:pt>
                  <c:pt idx="135">
                    <c:v>3/24 15</c:v>
                  </c:pt>
                  <c:pt idx="136">
                    <c:v>3/24 16</c:v>
                  </c:pt>
                  <c:pt idx="137">
                    <c:v>3/24 17</c:v>
                  </c:pt>
                  <c:pt idx="138">
                    <c:v>3/24 18</c:v>
                  </c:pt>
                  <c:pt idx="139">
                    <c:v>3/24 19</c:v>
                  </c:pt>
                  <c:pt idx="140">
                    <c:v>3/24 20</c:v>
                  </c:pt>
                  <c:pt idx="141">
                    <c:v>3/24 21</c:v>
                  </c:pt>
                  <c:pt idx="142">
                    <c:v>3/24 22</c:v>
                  </c:pt>
                  <c:pt idx="143">
                    <c:v>3/24 23</c:v>
                  </c:pt>
                  <c:pt idx="144">
                    <c:v>3/25 00</c:v>
                  </c:pt>
                  <c:pt idx="145">
                    <c:v>3/25 01</c:v>
                  </c:pt>
                  <c:pt idx="146">
                    <c:v>3/25 02</c:v>
                  </c:pt>
                  <c:pt idx="147">
                    <c:v>3/25 03</c:v>
                  </c:pt>
                  <c:pt idx="148">
                    <c:v>3/25 04</c:v>
                  </c:pt>
                  <c:pt idx="149">
                    <c:v>3/25 05</c:v>
                  </c:pt>
                  <c:pt idx="150">
                    <c:v>3/25 06</c:v>
                  </c:pt>
                  <c:pt idx="151">
                    <c:v>3/25 07</c:v>
                  </c:pt>
                  <c:pt idx="152">
                    <c:v>3/25 08</c:v>
                  </c:pt>
                  <c:pt idx="153">
                    <c:v>3/25 09</c:v>
                  </c:pt>
                  <c:pt idx="154">
                    <c:v>3/25 10</c:v>
                  </c:pt>
                  <c:pt idx="155">
                    <c:v>3/25 11</c:v>
                  </c:pt>
                  <c:pt idx="156">
                    <c:v>3/25 12</c:v>
                  </c:pt>
                  <c:pt idx="157">
                    <c:v>3/25 13</c:v>
                  </c:pt>
                  <c:pt idx="158">
                    <c:v>3/25 14</c:v>
                  </c:pt>
                  <c:pt idx="159">
                    <c:v>3/25 15</c:v>
                  </c:pt>
                  <c:pt idx="160">
                    <c:v>3/25 16</c:v>
                  </c:pt>
                  <c:pt idx="161">
                    <c:v>3/25 17</c:v>
                  </c:pt>
                  <c:pt idx="162">
                    <c:v>3/25 18</c:v>
                  </c:pt>
                  <c:pt idx="163">
                    <c:v>3/25 19</c:v>
                  </c:pt>
                  <c:pt idx="164">
                    <c:v>3/25 20</c:v>
                  </c:pt>
                  <c:pt idx="165">
                    <c:v>3/25 21</c:v>
                  </c:pt>
                  <c:pt idx="166">
                    <c:v>3/25 22</c:v>
                  </c:pt>
                  <c:pt idx="167">
                    <c:v>3/25 23</c:v>
                  </c:pt>
                </c:lvl>
              </c:multiLvlStrCache>
            </c:multiLvlStrRef>
          </c:cat>
          <c:val>
            <c:numRef>
              <c:f>Sheet1!$B$2:$B$169</c:f>
              <c:numCache>
                <c:formatCode>General</c:formatCode>
                <c:ptCount val="168"/>
                <c:pt idx="0">
                  <c:v>16.7</c:v>
                </c:pt>
                <c:pt idx="1">
                  <c:v>16.5</c:v>
                </c:pt>
                <c:pt idx="2">
                  <c:v>16.3</c:v>
                </c:pt>
                <c:pt idx="3">
                  <c:v>15.8</c:v>
                </c:pt>
                <c:pt idx="4">
                  <c:v>15.4</c:v>
                </c:pt>
                <c:pt idx="5">
                  <c:v>14.9</c:v>
                </c:pt>
                <c:pt idx="6">
                  <c:v>14.5</c:v>
                </c:pt>
                <c:pt idx="7">
                  <c:v>14.3</c:v>
                </c:pt>
                <c:pt idx="8">
                  <c:v>14.3</c:v>
                </c:pt>
                <c:pt idx="9">
                  <c:v>14.7</c:v>
                </c:pt>
                <c:pt idx="10">
                  <c:v>14.9</c:v>
                </c:pt>
                <c:pt idx="11">
                  <c:v>15.2</c:v>
                </c:pt>
                <c:pt idx="12">
                  <c:v>16</c:v>
                </c:pt>
                <c:pt idx="13">
                  <c:v>16.5</c:v>
                </c:pt>
                <c:pt idx="14">
                  <c:v>16.9</c:v>
                </c:pt>
                <c:pt idx="15">
                  <c:v>17.1</c:v>
                </c:pt>
                <c:pt idx="16">
                  <c:v>16.9</c:v>
                </c:pt>
                <c:pt idx="17">
                  <c:v>16.7</c:v>
                </c:pt>
                <c:pt idx="18">
                  <c:v>16.5</c:v>
                </c:pt>
                <c:pt idx="19">
                  <c:v>16.3</c:v>
                </c:pt>
                <c:pt idx="20">
                  <c:v>16.3</c:v>
                </c:pt>
                <c:pt idx="21">
                  <c:v>15.4</c:v>
                </c:pt>
                <c:pt idx="22">
                  <c:v>15.4</c:v>
                </c:pt>
                <c:pt idx="23">
                  <c:v>15.6</c:v>
                </c:pt>
                <c:pt idx="24">
                  <c:v>15.6</c:v>
                </c:pt>
                <c:pt idx="25">
                  <c:v>14.5</c:v>
                </c:pt>
                <c:pt idx="26">
                  <c:v>14.3</c:v>
                </c:pt>
                <c:pt idx="27">
                  <c:v>13.8</c:v>
                </c:pt>
                <c:pt idx="28">
                  <c:v>13.2</c:v>
                </c:pt>
                <c:pt idx="29">
                  <c:v>12.5</c:v>
                </c:pt>
                <c:pt idx="30">
                  <c:v>12.3</c:v>
                </c:pt>
                <c:pt idx="31">
                  <c:v>11.9</c:v>
                </c:pt>
                <c:pt idx="32">
                  <c:v>11.9</c:v>
                </c:pt>
                <c:pt idx="33">
                  <c:v>12.1</c:v>
                </c:pt>
                <c:pt idx="34">
                  <c:v>11.6</c:v>
                </c:pt>
                <c:pt idx="35">
                  <c:v>11.6</c:v>
                </c:pt>
                <c:pt idx="36">
                  <c:v>11.9</c:v>
                </c:pt>
                <c:pt idx="37">
                  <c:v>12.3</c:v>
                </c:pt>
                <c:pt idx="38">
                  <c:v>12.1</c:v>
                </c:pt>
                <c:pt idx="39">
                  <c:v>11.9</c:v>
                </c:pt>
                <c:pt idx="40">
                  <c:v>11.9</c:v>
                </c:pt>
                <c:pt idx="41">
                  <c:v>11.6</c:v>
                </c:pt>
                <c:pt idx="42">
                  <c:v>11.6</c:v>
                </c:pt>
                <c:pt idx="43">
                  <c:v>11.4</c:v>
                </c:pt>
                <c:pt idx="44">
                  <c:v>10.5</c:v>
                </c:pt>
                <c:pt idx="45">
                  <c:v>10.1</c:v>
                </c:pt>
                <c:pt idx="46">
                  <c:v>10.3</c:v>
                </c:pt>
                <c:pt idx="47">
                  <c:v>10.3</c:v>
                </c:pt>
                <c:pt idx="48">
                  <c:v>10.3</c:v>
                </c:pt>
                <c:pt idx="49">
                  <c:v>10.5</c:v>
                </c:pt>
                <c:pt idx="50">
                  <c:v>10.3</c:v>
                </c:pt>
                <c:pt idx="51">
                  <c:v>9.9</c:v>
                </c:pt>
                <c:pt idx="52">
                  <c:v>9.9</c:v>
                </c:pt>
                <c:pt idx="53">
                  <c:v>10.1</c:v>
                </c:pt>
                <c:pt idx="54">
                  <c:v>10.3</c:v>
                </c:pt>
                <c:pt idx="55">
                  <c:v>10.3</c:v>
                </c:pt>
                <c:pt idx="56">
                  <c:v>11</c:v>
                </c:pt>
                <c:pt idx="57">
                  <c:v>11.9</c:v>
                </c:pt>
                <c:pt idx="58">
                  <c:v>13.6</c:v>
                </c:pt>
                <c:pt idx="59">
                  <c:v>14.3</c:v>
                </c:pt>
                <c:pt idx="60">
                  <c:v>14.5</c:v>
                </c:pt>
                <c:pt idx="61">
                  <c:v>16</c:v>
                </c:pt>
                <c:pt idx="62">
                  <c:v>19.1</c:v>
                </c:pt>
                <c:pt idx="63">
                  <c:v>20.6</c:v>
                </c:pt>
                <c:pt idx="64">
                  <c:v>20.4</c:v>
                </c:pt>
                <c:pt idx="65">
                  <c:v>20.4</c:v>
                </c:pt>
                <c:pt idx="66">
                  <c:v>20</c:v>
                </c:pt>
                <c:pt idx="67">
                  <c:v>18.7</c:v>
                </c:pt>
                <c:pt idx="68">
                  <c:v>17.6</c:v>
                </c:pt>
                <c:pt idx="69">
                  <c:v>16.3</c:v>
                </c:pt>
                <c:pt idx="70">
                  <c:v>15.2</c:v>
                </c:pt>
                <c:pt idx="71">
                  <c:v>14.3</c:v>
                </c:pt>
                <c:pt idx="72">
                  <c:v>13.4</c:v>
                </c:pt>
                <c:pt idx="73">
                  <c:v>12.5</c:v>
                </c:pt>
                <c:pt idx="74">
                  <c:v>12.1</c:v>
                </c:pt>
                <c:pt idx="75">
                  <c:v>11.4</c:v>
                </c:pt>
                <c:pt idx="76">
                  <c:v>10.8</c:v>
                </c:pt>
                <c:pt idx="77">
                  <c:v>10.3</c:v>
                </c:pt>
                <c:pt idx="78">
                  <c:v>9.9</c:v>
                </c:pt>
                <c:pt idx="79">
                  <c:v>9.9</c:v>
                </c:pt>
                <c:pt idx="80">
                  <c:v>11</c:v>
                </c:pt>
                <c:pt idx="81">
                  <c:v>13.6</c:v>
                </c:pt>
                <c:pt idx="82">
                  <c:v>17.8</c:v>
                </c:pt>
                <c:pt idx="83">
                  <c:v>21.5</c:v>
                </c:pt>
                <c:pt idx="84">
                  <c:v>24.2</c:v>
                </c:pt>
                <c:pt idx="85">
                  <c:v>26.1</c:v>
                </c:pt>
                <c:pt idx="86">
                  <c:v>27.5</c:v>
                </c:pt>
                <c:pt idx="87">
                  <c:v>27.5</c:v>
                </c:pt>
                <c:pt idx="88">
                  <c:v>26.4</c:v>
                </c:pt>
                <c:pt idx="89">
                  <c:v>25</c:v>
                </c:pt>
                <c:pt idx="90">
                  <c:v>23.9</c:v>
                </c:pt>
                <c:pt idx="91">
                  <c:v>22.4</c:v>
                </c:pt>
                <c:pt idx="92">
                  <c:v>21.1</c:v>
                </c:pt>
                <c:pt idx="93">
                  <c:v>20.2</c:v>
                </c:pt>
                <c:pt idx="94">
                  <c:v>19.3</c:v>
                </c:pt>
                <c:pt idx="95">
                  <c:v>18.9</c:v>
                </c:pt>
                <c:pt idx="96">
                  <c:v>18.9</c:v>
                </c:pt>
                <c:pt idx="97">
                  <c:v>18</c:v>
                </c:pt>
                <c:pt idx="98">
                  <c:v>17.1</c:v>
                </c:pt>
                <c:pt idx="99">
                  <c:v>16.3</c:v>
                </c:pt>
                <c:pt idx="100">
                  <c:v>15.6</c:v>
                </c:pt>
                <c:pt idx="101">
                  <c:v>14.9</c:v>
                </c:pt>
                <c:pt idx="102">
                  <c:v>14.5</c:v>
                </c:pt>
                <c:pt idx="103">
                  <c:v>14.3</c:v>
                </c:pt>
                <c:pt idx="104">
                  <c:v>15.8</c:v>
                </c:pt>
                <c:pt idx="105">
                  <c:v>18.4</c:v>
                </c:pt>
                <c:pt idx="106">
                  <c:v>22.8</c:v>
                </c:pt>
                <c:pt idx="107">
                  <c:v>27.2</c:v>
                </c:pt>
                <c:pt idx="108">
                  <c:v>30.3</c:v>
                </c:pt>
                <c:pt idx="109">
                  <c:v>32.3</c:v>
                </c:pt>
                <c:pt idx="110">
                  <c:v>34.7</c:v>
                </c:pt>
                <c:pt idx="111">
                  <c:v>36.2</c:v>
                </c:pt>
                <c:pt idx="112">
                  <c:v>35.1</c:v>
                </c:pt>
                <c:pt idx="113">
                  <c:v>32.7</c:v>
                </c:pt>
                <c:pt idx="114">
                  <c:v>30.1</c:v>
                </c:pt>
                <c:pt idx="115">
                  <c:v>27.9</c:v>
                </c:pt>
                <c:pt idx="116">
                  <c:v>25.9</c:v>
                </c:pt>
                <c:pt idx="117">
                  <c:v>24.2</c:v>
                </c:pt>
                <c:pt idx="118">
                  <c:v>22.8</c:v>
                </c:pt>
                <c:pt idx="119">
                  <c:v>22.2</c:v>
                </c:pt>
                <c:pt idx="120">
                  <c:v>22</c:v>
                </c:pt>
                <c:pt idx="121">
                  <c:v>21.5</c:v>
                </c:pt>
                <c:pt idx="122">
                  <c:v>20.6</c:v>
                </c:pt>
                <c:pt idx="123">
                  <c:v>20.2</c:v>
                </c:pt>
                <c:pt idx="124">
                  <c:v>20</c:v>
                </c:pt>
                <c:pt idx="125">
                  <c:v>20</c:v>
                </c:pt>
                <c:pt idx="126">
                  <c:v>19.8</c:v>
                </c:pt>
                <c:pt idx="127">
                  <c:v>19.5</c:v>
                </c:pt>
                <c:pt idx="128">
                  <c:v>20.9</c:v>
                </c:pt>
                <c:pt idx="129">
                  <c:v>22.8</c:v>
                </c:pt>
                <c:pt idx="130">
                  <c:v>24.4</c:v>
                </c:pt>
                <c:pt idx="131">
                  <c:v>27</c:v>
                </c:pt>
                <c:pt idx="132">
                  <c:v>29.9</c:v>
                </c:pt>
                <c:pt idx="133">
                  <c:v>32.1</c:v>
                </c:pt>
                <c:pt idx="134">
                  <c:v>34.7</c:v>
                </c:pt>
                <c:pt idx="135">
                  <c:v>36.7</c:v>
                </c:pt>
                <c:pt idx="136">
                  <c:v>36</c:v>
                </c:pt>
                <c:pt idx="137">
                  <c:v>34.5</c:v>
                </c:pt>
                <c:pt idx="138">
                  <c:v>32.7</c:v>
                </c:pt>
                <c:pt idx="139">
                  <c:v>30.8</c:v>
                </c:pt>
                <c:pt idx="140">
                  <c:v>28.8</c:v>
                </c:pt>
                <c:pt idx="141">
                  <c:v>26.8</c:v>
                </c:pt>
                <c:pt idx="142">
                  <c:v>25.5</c:v>
                </c:pt>
                <c:pt idx="143">
                  <c:v>24.4</c:v>
                </c:pt>
                <c:pt idx="144">
                  <c:v>23.7</c:v>
                </c:pt>
                <c:pt idx="145">
                  <c:v>22.8</c:v>
                </c:pt>
                <c:pt idx="146">
                  <c:v>22</c:v>
                </c:pt>
                <c:pt idx="147">
                  <c:v>21.3</c:v>
                </c:pt>
                <c:pt idx="148">
                  <c:v>20.6</c:v>
                </c:pt>
                <c:pt idx="149">
                  <c:v>20.2</c:v>
                </c:pt>
                <c:pt idx="150">
                  <c:v>19.8</c:v>
                </c:pt>
                <c:pt idx="151">
                  <c:v>19.5</c:v>
                </c:pt>
                <c:pt idx="152">
                  <c:v>20.9</c:v>
                </c:pt>
                <c:pt idx="153">
                  <c:v>23.3</c:v>
                </c:pt>
                <c:pt idx="154">
                  <c:v>26.6</c:v>
                </c:pt>
                <c:pt idx="155">
                  <c:v>29.2</c:v>
                </c:pt>
                <c:pt idx="156">
                  <c:v>30.8</c:v>
                </c:pt>
                <c:pt idx="157">
                  <c:v>32.7</c:v>
                </c:pt>
                <c:pt idx="158">
                  <c:v>34.7</c:v>
                </c:pt>
                <c:pt idx="159">
                  <c:v>36.5</c:v>
                </c:pt>
                <c:pt idx="160">
                  <c:v>35.8</c:v>
                </c:pt>
                <c:pt idx="161">
                  <c:v>33.8</c:v>
                </c:pt>
                <c:pt idx="162">
                  <c:v>31.9</c:v>
                </c:pt>
                <c:pt idx="163">
                  <c:v>29.9</c:v>
                </c:pt>
                <c:pt idx="164">
                  <c:v>28.1</c:v>
                </c:pt>
                <c:pt idx="165">
                  <c:v>26.8</c:v>
                </c:pt>
                <c:pt idx="166">
                  <c:v>25.5</c:v>
                </c:pt>
                <c:pt idx="167">
                  <c:v>24.6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6時間前の予測</c:v>
                </c:pt>
              </c:strCache>
            </c:strRef>
          </c:tx>
          <c:spPr>
            <a:solidFill>
              <a:srgbClr val="2E75B6"/>
            </a:solidFill>
            <a:ln w="22225" cap="flat">
              <a:solidFill>
                <a:srgbClr val="2E75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7"/>
            <c:spPr>
              <a:solidFill>
                <a:srgbClr val="2E75B6"/>
              </a:solidFill>
              <a:ln w="9525" cap="flat">
                <a:solidFill>
                  <a:srgbClr val="2E75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Sheet1!$A$2:$A$169</c:f>
              <c:multiLvlStrCache>
                <c:ptCount val="168"/>
                <c:lvl>
                  <c:pt idx="0">
                    <c:v>3/19 00</c:v>
                  </c:pt>
                  <c:pt idx="1">
                    <c:v>3/19 01</c:v>
                  </c:pt>
                  <c:pt idx="2">
                    <c:v>3/19 02</c:v>
                  </c:pt>
                  <c:pt idx="3">
                    <c:v>3/19 03</c:v>
                  </c:pt>
                  <c:pt idx="4">
                    <c:v>3/19 04</c:v>
                  </c:pt>
                  <c:pt idx="5">
                    <c:v>3/19 05</c:v>
                  </c:pt>
                  <c:pt idx="6">
                    <c:v>3/19 06</c:v>
                  </c:pt>
                  <c:pt idx="7">
                    <c:v>3/19 07</c:v>
                  </c:pt>
                  <c:pt idx="8">
                    <c:v>3/19 08</c:v>
                  </c:pt>
                  <c:pt idx="9">
                    <c:v>3/19 09</c:v>
                  </c:pt>
                  <c:pt idx="10">
                    <c:v>3/19 10</c:v>
                  </c:pt>
                  <c:pt idx="11">
                    <c:v>3/19 11</c:v>
                  </c:pt>
                  <c:pt idx="12">
                    <c:v>3/19 12</c:v>
                  </c:pt>
                  <c:pt idx="13">
                    <c:v>3/19 13</c:v>
                  </c:pt>
                  <c:pt idx="14">
                    <c:v>3/19 14</c:v>
                  </c:pt>
                  <c:pt idx="15">
                    <c:v>3/19 15</c:v>
                  </c:pt>
                  <c:pt idx="16">
                    <c:v>3/19 16</c:v>
                  </c:pt>
                  <c:pt idx="17">
                    <c:v>3/19 17</c:v>
                  </c:pt>
                  <c:pt idx="18">
                    <c:v>3/19 18</c:v>
                  </c:pt>
                  <c:pt idx="19">
                    <c:v>3/19 19</c:v>
                  </c:pt>
                  <c:pt idx="20">
                    <c:v>3/19 20</c:v>
                  </c:pt>
                  <c:pt idx="21">
                    <c:v>3/19 21</c:v>
                  </c:pt>
                  <c:pt idx="22">
                    <c:v>3/19 22</c:v>
                  </c:pt>
                  <c:pt idx="23">
                    <c:v>3/19 23</c:v>
                  </c:pt>
                  <c:pt idx="24">
                    <c:v>3/20 00</c:v>
                  </c:pt>
                  <c:pt idx="25">
                    <c:v>3/20 01</c:v>
                  </c:pt>
                  <c:pt idx="26">
                    <c:v>3/20 02</c:v>
                  </c:pt>
                  <c:pt idx="27">
                    <c:v>3/20 03</c:v>
                  </c:pt>
                  <c:pt idx="28">
                    <c:v>3/20 04</c:v>
                  </c:pt>
                  <c:pt idx="29">
                    <c:v>3/20 05</c:v>
                  </c:pt>
                  <c:pt idx="30">
                    <c:v>3/20 06</c:v>
                  </c:pt>
                  <c:pt idx="31">
                    <c:v>3/20 07</c:v>
                  </c:pt>
                  <c:pt idx="32">
                    <c:v>3/20 08</c:v>
                  </c:pt>
                  <c:pt idx="33">
                    <c:v>3/20 09</c:v>
                  </c:pt>
                  <c:pt idx="34">
                    <c:v>3/20 10</c:v>
                  </c:pt>
                  <c:pt idx="35">
                    <c:v>3/20 11</c:v>
                  </c:pt>
                  <c:pt idx="36">
                    <c:v>3/20 12</c:v>
                  </c:pt>
                  <c:pt idx="37">
                    <c:v>3/20 13</c:v>
                  </c:pt>
                  <c:pt idx="38">
                    <c:v>3/20 14</c:v>
                  </c:pt>
                  <c:pt idx="39">
                    <c:v>3/20 15</c:v>
                  </c:pt>
                  <c:pt idx="40">
                    <c:v>3/20 16</c:v>
                  </c:pt>
                  <c:pt idx="41">
                    <c:v>3/20 17</c:v>
                  </c:pt>
                  <c:pt idx="42">
                    <c:v>3/20 18</c:v>
                  </c:pt>
                  <c:pt idx="43">
                    <c:v>3/20 19</c:v>
                  </c:pt>
                  <c:pt idx="44">
                    <c:v>3/20 20</c:v>
                  </c:pt>
                  <c:pt idx="45">
                    <c:v>3/20 21</c:v>
                  </c:pt>
                  <c:pt idx="46">
                    <c:v>3/20 22</c:v>
                  </c:pt>
                  <c:pt idx="47">
                    <c:v>3/20 23</c:v>
                  </c:pt>
                  <c:pt idx="48">
                    <c:v>3/21 00</c:v>
                  </c:pt>
                  <c:pt idx="49">
                    <c:v>3/21 01</c:v>
                  </c:pt>
                  <c:pt idx="50">
                    <c:v>3/21 02</c:v>
                  </c:pt>
                  <c:pt idx="51">
                    <c:v>3/21 03</c:v>
                  </c:pt>
                  <c:pt idx="52">
                    <c:v>3/21 04</c:v>
                  </c:pt>
                  <c:pt idx="53">
                    <c:v>3/21 05</c:v>
                  </c:pt>
                  <c:pt idx="54">
                    <c:v>3/21 06</c:v>
                  </c:pt>
                  <c:pt idx="55">
                    <c:v>3/21 07</c:v>
                  </c:pt>
                  <c:pt idx="56">
                    <c:v>3/21 08</c:v>
                  </c:pt>
                  <c:pt idx="57">
                    <c:v>3/21 09</c:v>
                  </c:pt>
                  <c:pt idx="58">
                    <c:v>3/21 10</c:v>
                  </c:pt>
                  <c:pt idx="59">
                    <c:v>3/21 11</c:v>
                  </c:pt>
                  <c:pt idx="60">
                    <c:v>3/21 12</c:v>
                  </c:pt>
                  <c:pt idx="61">
                    <c:v>3/21 13</c:v>
                  </c:pt>
                  <c:pt idx="62">
                    <c:v>3/21 14</c:v>
                  </c:pt>
                  <c:pt idx="63">
                    <c:v>3/21 15</c:v>
                  </c:pt>
                  <c:pt idx="64">
                    <c:v>3/21 16</c:v>
                  </c:pt>
                  <c:pt idx="65">
                    <c:v>3/21 17</c:v>
                  </c:pt>
                  <c:pt idx="66">
                    <c:v>3/21 18</c:v>
                  </c:pt>
                  <c:pt idx="67">
                    <c:v>3/21 19</c:v>
                  </c:pt>
                  <c:pt idx="68">
                    <c:v>3/21 20</c:v>
                  </c:pt>
                  <c:pt idx="69">
                    <c:v>3/21 21</c:v>
                  </c:pt>
                  <c:pt idx="70">
                    <c:v>3/21 22</c:v>
                  </c:pt>
                  <c:pt idx="71">
                    <c:v>3/21 23</c:v>
                  </c:pt>
                  <c:pt idx="72">
                    <c:v>3/22 00</c:v>
                  </c:pt>
                  <c:pt idx="73">
                    <c:v>3/22 01</c:v>
                  </c:pt>
                  <c:pt idx="74">
                    <c:v>3/22 02</c:v>
                  </c:pt>
                  <c:pt idx="75">
                    <c:v>3/22 03</c:v>
                  </c:pt>
                  <c:pt idx="76">
                    <c:v>3/22 04</c:v>
                  </c:pt>
                  <c:pt idx="77">
                    <c:v>3/22 05</c:v>
                  </c:pt>
                  <c:pt idx="78">
                    <c:v>3/22 06</c:v>
                  </c:pt>
                  <c:pt idx="79">
                    <c:v>3/22 07</c:v>
                  </c:pt>
                  <c:pt idx="80">
                    <c:v>3/22 08</c:v>
                  </c:pt>
                  <c:pt idx="81">
                    <c:v>3/22 09</c:v>
                  </c:pt>
                  <c:pt idx="82">
                    <c:v>3/22 10</c:v>
                  </c:pt>
                  <c:pt idx="83">
                    <c:v>3/22 11</c:v>
                  </c:pt>
                  <c:pt idx="84">
                    <c:v>3/22 12</c:v>
                  </c:pt>
                  <c:pt idx="85">
                    <c:v>3/22 13</c:v>
                  </c:pt>
                  <c:pt idx="86">
                    <c:v>3/22 14</c:v>
                  </c:pt>
                  <c:pt idx="87">
                    <c:v>3/22 15</c:v>
                  </c:pt>
                  <c:pt idx="88">
                    <c:v>3/22 16</c:v>
                  </c:pt>
                  <c:pt idx="89">
                    <c:v>3/22 17</c:v>
                  </c:pt>
                  <c:pt idx="90">
                    <c:v>3/22 18</c:v>
                  </c:pt>
                  <c:pt idx="91">
                    <c:v>3/22 19</c:v>
                  </c:pt>
                  <c:pt idx="92">
                    <c:v>3/22 20</c:v>
                  </c:pt>
                  <c:pt idx="93">
                    <c:v>3/22 21</c:v>
                  </c:pt>
                  <c:pt idx="94">
                    <c:v>3/22 22</c:v>
                  </c:pt>
                  <c:pt idx="95">
                    <c:v>3/22 23</c:v>
                  </c:pt>
                  <c:pt idx="96">
                    <c:v>3/23 00</c:v>
                  </c:pt>
                  <c:pt idx="97">
                    <c:v>3/23 01</c:v>
                  </c:pt>
                  <c:pt idx="98">
                    <c:v>3/23 02</c:v>
                  </c:pt>
                  <c:pt idx="99">
                    <c:v>3/23 03</c:v>
                  </c:pt>
                  <c:pt idx="100">
                    <c:v>3/23 04</c:v>
                  </c:pt>
                  <c:pt idx="101">
                    <c:v>3/23 05</c:v>
                  </c:pt>
                  <c:pt idx="102">
                    <c:v>3/23 06</c:v>
                  </c:pt>
                  <c:pt idx="103">
                    <c:v>3/23 07</c:v>
                  </c:pt>
                  <c:pt idx="104">
                    <c:v>3/23 08</c:v>
                  </c:pt>
                  <c:pt idx="105">
                    <c:v>3/23 09</c:v>
                  </c:pt>
                  <c:pt idx="106">
                    <c:v>3/23 10</c:v>
                  </c:pt>
                  <c:pt idx="107">
                    <c:v>3/23 11</c:v>
                  </c:pt>
                  <c:pt idx="108">
                    <c:v>3/23 12</c:v>
                  </c:pt>
                  <c:pt idx="109">
                    <c:v>3/23 13</c:v>
                  </c:pt>
                  <c:pt idx="110">
                    <c:v>3/23 14</c:v>
                  </c:pt>
                  <c:pt idx="111">
                    <c:v>3/23 15</c:v>
                  </c:pt>
                  <c:pt idx="112">
                    <c:v>3/23 16</c:v>
                  </c:pt>
                  <c:pt idx="113">
                    <c:v>3/23 17</c:v>
                  </c:pt>
                  <c:pt idx="114">
                    <c:v>3/23 18</c:v>
                  </c:pt>
                  <c:pt idx="115">
                    <c:v>3/23 19</c:v>
                  </c:pt>
                  <c:pt idx="116">
                    <c:v>3/23 20</c:v>
                  </c:pt>
                  <c:pt idx="117">
                    <c:v>3/23 21</c:v>
                  </c:pt>
                  <c:pt idx="118">
                    <c:v>3/23 22</c:v>
                  </c:pt>
                  <c:pt idx="119">
                    <c:v>3/23 23</c:v>
                  </c:pt>
                  <c:pt idx="120">
                    <c:v>3/24 00</c:v>
                  </c:pt>
                  <c:pt idx="121">
                    <c:v>3/24 01</c:v>
                  </c:pt>
                  <c:pt idx="122">
                    <c:v>3/24 02</c:v>
                  </c:pt>
                  <c:pt idx="123">
                    <c:v>3/24 03</c:v>
                  </c:pt>
                  <c:pt idx="124">
                    <c:v>3/24 04</c:v>
                  </c:pt>
                  <c:pt idx="125">
                    <c:v>3/24 05</c:v>
                  </c:pt>
                  <c:pt idx="126">
                    <c:v>3/24 06</c:v>
                  </c:pt>
                  <c:pt idx="127">
                    <c:v>3/24 07</c:v>
                  </c:pt>
                  <c:pt idx="128">
                    <c:v>3/24 08</c:v>
                  </c:pt>
                  <c:pt idx="129">
                    <c:v>3/24 09</c:v>
                  </c:pt>
                  <c:pt idx="130">
                    <c:v>3/24 10</c:v>
                  </c:pt>
                  <c:pt idx="131">
                    <c:v>3/24 11</c:v>
                  </c:pt>
                  <c:pt idx="132">
                    <c:v>3/24 12</c:v>
                  </c:pt>
                  <c:pt idx="133">
                    <c:v>3/24 13</c:v>
                  </c:pt>
                  <c:pt idx="134">
                    <c:v>3/24 14</c:v>
                  </c:pt>
                  <c:pt idx="135">
                    <c:v>3/24 15</c:v>
                  </c:pt>
                  <c:pt idx="136">
                    <c:v>3/24 16</c:v>
                  </c:pt>
                  <c:pt idx="137">
                    <c:v>3/24 17</c:v>
                  </c:pt>
                  <c:pt idx="138">
                    <c:v>3/24 18</c:v>
                  </c:pt>
                  <c:pt idx="139">
                    <c:v>3/24 19</c:v>
                  </c:pt>
                  <c:pt idx="140">
                    <c:v>3/24 20</c:v>
                  </c:pt>
                  <c:pt idx="141">
                    <c:v>3/24 21</c:v>
                  </c:pt>
                  <c:pt idx="142">
                    <c:v>3/24 22</c:v>
                  </c:pt>
                  <c:pt idx="143">
                    <c:v>3/24 23</c:v>
                  </c:pt>
                  <c:pt idx="144">
                    <c:v>3/25 00</c:v>
                  </c:pt>
                  <c:pt idx="145">
                    <c:v>3/25 01</c:v>
                  </c:pt>
                  <c:pt idx="146">
                    <c:v>3/25 02</c:v>
                  </c:pt>
                  <c:pt idx="147">
                    <c:v>3/25 03</c:v>
                  </c:pt>
                  <c:pt idx="148">
                    <c:v>3/25 04</c:v>
                  </c:pt>
                  <c:pt idx="149">
                    <c:v>3/25 05</c:v>
                  </c:pt>
                  <c:pt idx="150">
                    <c:v>3/25 06</c:v>
                  </c:pt>
                  <c:pt idx="151">
                    <c:v>3/25 07</c:v>
                  </c:pt>
                  <c:pt idx="152">
                    <c:v>3/25 08</c:v>
                  </c:pt>
                  <c:pt idx="153">
                    <c:v>3/25 09</c:v>
                  </c:pt>
                  <c:pt idx="154">
                    <c:v>3/25 10</c:v>
                  </c:pt>
                  <c:pt idx="155">
                    <c:v>3/25 11</c:v>
                  </c:pt>
                  <c:pt idx="156">
                    <c:v>3/25 12</c:v>
                  </c:pt>
                  <c:pt idx="157">
                    <c:v>3/25 13</c:v>
                  </c:pt>
                  <c:pt idx="158">
                    <c:v>3/25 14</c:v>
                  </c:pt>
                  <c:pt idx="159">
                    <c:v>3/25 15</c:v>
                  </c:pt>
                  <c:pt idx="160">
                    <c:v>3/25 16</c:v>
                  </c:pt>
                  <c:pt idx="161">
                    <c:v>3/25 17</c:v>
                  </c:pt>
                  <c:pt idx="162">
                    <c:v>3/25 18</c:v>
                  </c:pt>
                  <c:pt idx="163">
                    <c:v>3/25 19</c:v>
                  </c:pt>
                  <c:pt idx="164">
                    <c:v>3/25 20</c:v>
                  </c:pt>
                  <c:pt idx="165">
                    <c:v>3/25 21</c:v>
                  </c:pt>
                  <c:pt idx="166">
                    <c:v>3/25 22</c:v>
                  </c:pt>
                  <c:pt idx="167">
                    <c:v>3/25 23</c:v>
                  </c:pt>
                </c:lvl>
              </c:multiLvlStrCache>
            </c:multiLvlStrRef>
          </c:cat>
          <c:val>
            <c:numRef>
              <c:f>Sheet1!$C$2:$C$169</c:f>
              <c:numCache>
                <c:formatCode>General</c:formatCode>
                <c:ptCount val="168"/>
                <c:pt idx="0">
                  <c:v>15.1</c:v>
                </c:pt>
                <c:pt idx="1">
                  <c:v>16.6</c:v>
                </c:pt>
                <c:pt idx="2">
                  <c:v>16</c:v>
                </c:pt>
                <c:pt idx="3">
                  <c:v>15.3</c:v>
                </c:pt>
                <c:pt idx="4">
                  <c:v>15.5</c:v>
                </c:pt>
                <c:pt idx="5">
                  <c:v>16</c:v>
                </c:pt>
                <c:pt idx="6">
                  <c:v>16.4</c:v>
                </c:pt>
                <c:pt idx="7">
                  <c:v>15.6</c:v>
                </c:pt>
                <c:pt idx="8">
                  <c:v>16.6</c:v>
                </c:pt>
                <c:pt idx="9">
                  <c:v>17.9</c:v>
                </c:pt>
                <c:pt idx="10">
                  <c:v>19.8</c:v>
                </c:pt>
                <c:pt idx="11">
                  <c:v>20.6</c:v>
                </c:pt>
                <c:pt idx="12">
                  <c:v>21.8</c:v>
                </c:pt>
                <c:pt idx="13">
                  <c:v>22</c:v>
                </c:pt>
                <c:pt idx="14">
                  <c:v>21.6</c:v>
                </c:pt>
                <c:pt idx="15">
                  <c:v>21.9</c:v>
                </c:pt>
                <c:pt idx="16">
                  <c:v>19.9</c:v>
                </c:pt>
                <c:pt idx="17">
                  <c:v>17.7</c:v>
                </c:pt>
                <c:pt idx="18">
                  <c:v>17.2</c:v>
                </c:pt>
                <c:pt idx="19">
                  <c:v>17.1</c:v>
                </c:pt>
                <c:pt idx="20">
                  <c:v>17.2</c:v>
                </c:pt>
                <c:pt idx="21">
                  <c:v>16.8</c:v>
                </c:pt>
                <c:pt idx="22">
                  <c:v>16.4</c:v>
                </c:pt>
                <c:pt idx="23">
                  <c:v>15.9</c:v>
                </c:pt>
                <c:pt idx="24">
                  <c:v>16</c:v>
                </c:pt>
                <c:pt idx="25">
                  <c:v>15.7</c:v>
                </c:pt>
                <c:pt idx="26">
                  <c:v>15.8</c:v>
                </c:pt>
                <c:pt idx="27">
                  <c:v>14.5</c:v>
                </c:pt>
                <c:pt idx="28">
                  <c:v>15</c:v>
                </c:pt>
                <c:pt idx="29">
                  <c:v>15.5</c:v>
                </c:pt>
                <c:pt idx="30">
                  <c:v>15</c:v>
                </c:pt>
                <c:pt idx="31">
                  <c:v>13.3</c:v>
                </c:pt>
                <c:pt idx="32">
                  <c:v>14.7</c:v>
                </c:pt>
                <c:pt idx="33">
                  <c:v>16.1</c:v>
                </c:pt>
                <c:pt idx="34">
                  <c:v>18.3</c:v>
                </c:pt>
                <c:pt idx="35">
                  <c:v>19.6</c:v>
                </c:pt>
                <c:pt idx="36">
                  <c:v>20.9</c:v>
                </c:pt>
                <c:pt idx="37">
                  <c:v>21.5</c:v>
                </c:pt>
                <c:pt idx="38">
                  <c:v>21.2</c:v>
                </c:pt>
                <c:pt idx="39">
                  <c:v>20.5</c:v>
                </c:pt>
                <c:pt idx="40">
                  <c:v>16.9</c:v>
                </c:pt>
                <c:pt idx="41">
                  <c:v>14.9</c:v>
                </c:pt>
                <c:pt idx="42">
                  <c:v>13.4</c:v>
                </c:pt>
                <c:pt idx="43">
                  <c:v>13.4</c:v>
                </c:pt>
                <c:pt idx="44">
                  <c:v>12.2</c:v>
                </c:pt>
                <c:pt idx="45">
                  <c:v>11.7</c:v>
                </c:pt>
                <c:pt idx="46">
                  <c:v>12.1</c:v>
                </c:pt>
                <c:pt idx="47">
                  <c:v>11.7</c:v>
                </c:pt>
                <c:pt idx="48">
                  <c:v>12</c:v>
                </c:pt>
                <c:pt idx="49">
                  <c:v>11.5</c:v>
                </c:pt>
                <c:pt idx="50">
                  <c:v>9.7</c:v>
                </c:pt>
                <c:pt idx="51">
                  <c:v>9.6</c:v>
                </c:pt>
                <c:pt idx="52">
                  <c:v>10.5</c:v>
                </c:pt>
                <c:pt idx="53">
                  <c:v>9.8</c:v>
                </c:pt>
                <c:pt idx="54">
                  <c:v>9.9</c:v>
                </c:pt>
                <c:pt idx="55">
                  <c:v>10.5</c:v>
                </c:pt>
                <c:pt idx="56">
                  <c:v>10.4</c:v>
                </c:pt>
                <c:pt idx="57">
                  <c:v>12.4</c:v>
                </c:pt>
                <c:pt idx="58">
                  <c:v>14.4</c:v>
                </c:pt>
                <c:pt idx="59">
                  <c:v>15.7</c:v>
                </c:pt>
                <c:pt idx="60">
                  <c:v>17.1</c:v>
                </c:pt>
                <c:pt idx="61">
                  <c:v>18</c:v>
                </c:pt>
                <c:pt idx="62">
                  <c:v>19.2</c:v>
                </c:pt>
                <c:pt idx="63">
                  <c:v>21.2</c:v>
                </c:pt>
                <c:pt idx="64">
                  <c:v>21.4</c:v>
                </c:pt>
                <c:pt idx="65">
                  <c:v>17</c:v>
                </c:pt>
                <c:pt idx="66">
                  <c:v>15</c:v>
                </c:pt>
                <c:pt idx="67">
                  <c:v>15.6</c:v>
                </c:pt>
                <c:pt idx="68">
                  <c:v>17.4</c:v>
                </c:pt>
                <c:pt idx="69">
                  <c:v>15.4</c:v>
                </c:pt>
                <c:pt idx="70">
                  <c:v>14.6</c:v>
                </c:pt>
                <c:pt idx="71">
                  <c:v>15.1</c:v>
                </c:pt>
                <c:pt idx="72">
                  <c:v>15.2</c:v>
                </c:pt>
                <c:pt idx="73">
                  <c:v>14.6</c:v>
                </c:pt>
                <c:pt idx="74">
                  <c:v>13.5</c:v>
                </c:pt>
                <c:pt idx="75">
                  <c:v>12.7</c:v>
                </c:pt>
                <c:pt idx="76">
                  <c:v>11.8</c:v>
                </c:pt>
                <c:pt idx="77">
                  <c:v>11.2</c:v>
                </c:pt>
                <c:pt idx="78">
                  <c:v>10.4</c:v>
                </c:pt>
                <c:pt idx="79">
                  <c:v>10.4</c:v>
                </c:pt>
                <c:pt idx="80">
                  <c:v>11.7</c:v>
                </c:pt>
                <c:pt idx="81">
                  <c:v>14</c:v>
                </c:pt>
                <c:pt idx="82">
                  <c:v>17.3</c:v>
                </c:pt>
                <c:pt idx="83">
                  <c:v>19.1</c:v>
                </c:pt>
                <c:pt idx="84">
                  <c:v>20.6</c:v>
                </c:pt>
                <c:pt idx="85">
                  <c:v>21.2</c:v>
                </c:pt>
                <c:pt idx="86">
                  <c:v>22.8</c:v>
                </c:pt>
                <c:pt idx="87">
                  <c:v>25.8</c:v>
                </c:pt>
                <c:pt idx="88">
                  <c:v>26.4</c:v>
                </c:pt>
                <c:pt idx="89">
                  <c:v>24.7</c:v>
                </c:pt>
                <c:pt idx="90">
                  <c:v>23</c:v>
                </c:pt>
                <c:pt idx="91">
                  <c:v>22.1</c:v>
                </c:pt>
                <c:pt idx="92">
                  <c:v>19.6</c:v>
                </c:pt>
                <c:pt idx="93">
                  <c:v>18.6</c:v>
                </c:pt>
                <c:pt idx="94">
                  <c:v>18.2</c:v>
                </c:pt>
                <c:pt idx="95">
                  <c:v>17.6</c:v>
                </c:pt>
                <c:pt idx="96">
                  <c:v>17.2</c:v>
                </c:pt>
                <c:pt idx="97">
                  <c:v>16.1</c:v>
                </c:pt>
                <c:pt idx="98">
                  <c:v>16.2</c:v>
                </c:pt>
                <c:pt idx="99">
                  <c:v>16.1</c:v>
                </c:pt>
                <c:pt idx="100">
                  <c:v>15.5</c:v>
                </c:pt>
                <c:pt idx="101">
                  <c:v>15</c:v>
                </c:pt>
                <c:pt idx="102">
                  <c:v>15.9</c:v>
                </c:pt>
                <c:pt idx="103">
                  <c:v>15.2</c:v>
                </c:pt>
                <c:pt idx="104">
                  <c:v>15.7</c:v>
                </c:pt>
                <c:pt idx="105">
                  <c:v>17.7</c:v>
                </c:pt>
                <c:pt idx="106">
                  <c:v>20.9</c:v>
                </c:pt>
                <c:pt idx="107">
                  <c:v>22.6</c:v>
                </c:pt>
                <c:pt idx="108">
                  <c:v>24.7</c:v>
                </c:pt>
                <c:pt idx="109">
                  <c:v>25.5</c:v>
                </c:pt>
                <c:pt idx="110">
                  <c:v>28.3</c:v>
                </c:pt>
                <c:pt idx="111">
                  <c:v>30.2</c:v>
                </c:pt>
                <c:pt idx="112">
                  <c:v>30.3</c:v>
                </c:pt>
                <c:pt idx="113">
                  <c:v>29.8</c:v>
                </c:pt>
                <c:pt idx="114">
                  <c:v>29.6</c:v>
                </c:pt>
                <c:pt idx="115">
                  <c:v>28</c:v>
                </c:pt>
                <c:pt idx="116">
                  <c:v>25.8</c:v>
                </c:pt>
                <c:pt idx="117">
                  <c:v>26.1</c:v>
                </c:pt>
                <c:pt idx="118">
                  <c:v>25.3</c:v>
                </c:pt>
                <c:pt idx="119">
                  <c:v>23.2</c:v>
                </c:pt>
                <c:pt idx="120">
                  <c:v>22</c:v>
                </c:pt>
                <c:pt idx="121">
                  <c:v>21.5</c:v>
                </c:pt>
                <c:pt idx="122">
                  <c:v>20.8</c:v>
                </c:pt>
                <c:pt idx="123">
                  <c:v>19.6</c:v>
                </c:pt>
                <c:pt idx="124">
                  <c:v>18.7</c:v>
                </c:pt>
                <c:pt idx="125">
                  <c:v>18.6</c:v>
                </c:pt>
                <c:pt idx="126">
                  <c:v>19.2</c:v>
                </c:pt>
                <c:pt idx="127">
                  <c:v>19.4</c:v>
                </c:pt>
                <c:pt idx="128">
                  <c:v>19.9</c:v>
                </c:pt>
                <c:pt idx="129">
                  <c:v>22.5</c:v>
                </c:pt>
                <c:pt idx="130">
                  <c:v>26.5</c:v>
                </c:pt>
                <c:pt idx="131">
                  <c:v>29.4</c:v>
                </c:pt>
                <c:pt idx="132">
                  <c:v>30.2</c:v>
                </c:pt>
                <c:pt idx="133">
                  <c:v>30.7</c:v>
                </c:pt>
                <c:pt idx="134">
                  <c:v>33.4</c:v>
                </c:pt>
                <c:pt idx="135">
                  <c:v>34.9</c:v>
                </c:pt>
                <c:pt idx="136">
                  <c:v>31.5</c:v>
                </c:pt>
                <c:pt idx="137">
                  <c:v>29.7</c:v>
                </c:pt>
                <c:pt idx="138">
                  <c:v>29.5</c:v>
                </c:pt>
                <c:pt idx="139">
                  <c:v>28.3</c:v>
                </c:pt>
                <c:pt idx="140">
                  <c:v>27.3</c:v>
                </c:pt>
                <c:pt idx="141">
                  <c:v>28.4</c:v>
                </c:pt>
                <c:pt idx="142">
                  <c:v>27.5</c:v>
                </c:pt>
                <c:pt idx="143">
                  <c:v>25.8</c:v>
                </c:pt>
                <c:pt idx="144">
                  <c:v>25</c:v>
                </c:pt>
                <c:pt idx="145">
                  <c:v>23.9</c:v>
                </c:pt>
                <c:pt idx="146">
                  <c:v>23.3</c:v>
                </c:pt>
                <c:pt idx="147">
                  <c:v>21.9</c:v>
                </c:pt>
                <c:pt idx="148">
                  <c:v>21.3</c:v>
                </c:pt>
                <c:pt idx="149">
                  <c:v>20.6</c:v>
                </c:pt>
                <c:pt idx="150">
                  <c:v>20.9</c:v>
                </c:pt>
                <c:pt idx="151">
                  <c:v>20.5</c:v>
                </c:pt>
                <c:pt idx="152">
                  <c:v>21.8</c:v>
                </c:pt>
                <c:pt idx="153">
                  <c:v>23.6</c:v>
                </c:pt>
                <c:pt idx="154">
                  <c:v>26.5</c:v>
                </c:pt>
                <c:pt idx="155">
                  <c:v>28.9</c:v>
                </c:pt>
                <c:pt idx="156">
                  <c:v>30.2</c:v>
                </c:pt>
                <c:pt idx="157">
                  <c:v>30.2</c:v>
                </c:pt>
                <c:pt idx="158">
                  <c:v>33.3</c:v>
                </c:pt>
                <c:pt idx="159">
                  <c:v>35.7</c:v>
                </c:pt>
                <c:pt idx="160">
                  <c:v>35.3</c:v>
                </c:pt>
                <c:pt idx="161">
                  <c:v>31.1</c:v>
                </c:pt>
                <c:pt idx="162">
                  <c:v>29.8</c:v>
                </c:pt>
                <c:pt idx="163">
                  <c:v>28.8</c:v>
                </c:pt>
                <c:pt idx="164">
                  <c:v>27.3</c:v>
                </c:pt>
                <c:pt idx="165">
                  <c:v>28.5</c:v>
                </c:pt>
                <c:pt idx="166">
                  <c:v>27.4</c:v>
                </c:pt>
                <c:pt idx="167">
                  <c:v>25.8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5"/>
        </c:scaling>
        <c:delete val="0"/>
        <c:axPos val="l"/>
        <c:majorGridlines>
          <c:spPr>
            <a:ln w="9525" cap="flat">
              <a:solidFill>
                <a:srgbClr val="EBEBEB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E6E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7"/>
          <c:y val="0.05"/>
          <c:w val="0.74"/>
          <c:h val="0.82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持続予測</c:v>
                </c:pt>
              </c:strCache>
            </c:strRef>
          </c:tx>
          <c:spPr>
            <a:solidFill>
              <a:srgbClr val="A6A6A6"/>
            </a:solidFill>
            <a:ln w="28575" cap="flat">
              <a:solidFill>
                <a:srgbClr val="A6A6A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7"/>
            <c:spPr>
              <a:solidFill>
                <a:srgbClr val="A6A6A6"/>
              </a:solidFill>
              <a:ln w="9525" cap="flat">
                <a:solidFill>
                  <a:srgbClr val="A6A6A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11月</c:v>
                  </c:pt>
                  <c:pt idx="1">
                    <c:v>12月</c:v>
                  </c:pt>
                  <c:pt idx="2">
                    <c:v>1月</c:v>
                  </c:pt>
                  <c:pt idx="3">
                    <c:v>2月</c:v>
                  </c:pt>
                  <c:pt idx="4">
                    <c:v>3月</c:v>
                  </c:pt>
                  <c:pt idx="5">
                    <c:v>4月</c:v>
                  </c:pt>
                  <c:pt idx="6">
                    <c:v>5月</c:v>
                  </c:pt>
                  <c:pt idx="7">
                    <c:v>6月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4.29</c:v>
                </c:pt>
                <c:pt idx="1">
                  <c:v>4.518</c:v>
                </c:pt>
                <c:pt idx="2">
                  <c:v>2.949</c:v>
                </c:pt>
                <c:pt idx="3">
                  <c:v>4.443</c:v>
                </c:pt>
                <c:pt idx="4">
                  <c:v>5.007</c:v>
                </c:pt>
                <c:pt idx="5">
                  <c:v>5.393</c:v>
                </c:pt>
                <c:pt idx="6">
                  <c:v>4.006</c:v>
                </c:pt>
                <c:pt idx="7">
                  <c:v>4.997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リッジ回帰</c:v>
                </c:pt>
              </c:strCache>
            </c:strRef>
          </c:tx>
          <c:spPr>
            <a:solidFill>
              <a:srgbClr val="7F7F7F"/>
            </a:solidFill>
            <a:ln w="28575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7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11月</c:v>
                  </c:pt>
                  <c:pt idx="1">
                    <c:v>12月</c:v>
                  </c:pt>
                  <c:pt idx="2">
                    <c:v>1月</c:v>
                  </c:pt>
                  <c:pt idx="3">
                    <c:v>2月</c:v>
                  </c:pt>
                  <c:pt idx="4">
                    <c:v>3月</c:v>
                  </c:pt>
                  <c:pt idx="5">
                    <c:v>4月</c:v>
                  </c:pt>
                  <c:pt idx="6">
                    <c:v>5月</c:v>
                  </c:pt>
                  <c:pt idx="7">
                    <c:v>6月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2.205</c:v>
                </c:pt>
                <c:pt idx="1">
                  <c:v>2.047</c:v>
                </c:pt>
                <c:pt idx="2">
                  <c:v>2.196</c:v>
                </c:pt>
                <c:pt idx="3">
                  <c:v>2.282</c:v>
                </c:pt>
                <c:pt idx="4">
                  <c:v>2.704</c:v>
                </c:pt>
                <c:pt idx="5">
                  <c:v>2.854</c:v>
                </c:pt>
                <c:pt idx="6">
                  <c:v>2.431</c:v>
                </c:pt>
                <c:pt idx="7">
                  <c:v>2.187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LightGBM</c:v>
                </c:pt>
              </c:strCache>
            </c:strRef>
          </c:tx>
          <c:spPr>
            <a:solidFill>
              <a:srgbClr val="2E75B6"/>
            </a:solidFill>
            <a:ln w="28575" cap="flat">
              <a:solidFill>
                <a:srgbClr val="2E75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7"/>
            <c:spPr>
              <a:solidFill>
                <a:srgbClr val="2E75B6"/>
              </a:solidFill>
              <a:ln w="9525" cap="flat">
                <a:solidFill>
                  <a:srgbClr val="2E75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11月</c:v>
                  </c:pt>
                  <c:pt idx="1">
                    <c:v>12月</c:v>
                  </c:pt>
                  <c:pt idx="2">
                    <c:v>1月</c:v>
                  </c:pt>
                  <c:pt idx="3">
                    <c:v>2月</c:v>
                  </c:pt>
                  <c:pt idx="4">
                    <c:v>3月</c:v>
                  </c:pt>
                  <c:pt idx="5">
                    <c:v>4月</c:v>
                  </c:pt>
                  <c:pt idx="6">
                    <c:v>5月</c:v>
                  </c:pt>
                  <c:pt idx="7">
                    <c:v>6月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1.71</c:v>
                </c:pt>
                <c:pt idx="1">
                  <c:v>1.74</c:v>
                </c:pt>
                <c:pt idx="2">
                  <c:v>2.127</c:v>
                </c:pt>
                <c:pt idx="3">
                  <c:v>1.914</c:v>
                </c:pt>
                <c:pt idx="4">
                  <c:v>2.143</c:v>
                </c:pt>
                <c:pt idx="5">
                  <c:v>2.047</c:v>
                </c:pt>
                <c:pt idx="6">
                  <c:v>2.092</c:v>
                </c:pt>
                <c:pt idx="7">
                  <c:v>1.798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0"/>
        <c:axPos val="l"/>
        <c:majorGridlines>
          <c:spPr>
            <a:ln w="9525" cap="flat">
              <a:solidFill>
                <a:srgbClr val="EBEBEB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E6E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2"/>
          <c:y val="0.1"/>
          <c:w val="0.96"/>
          <c:h val="0.7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2626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5B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油温の履歴
だけ</c:v>
                  </c:pt>
                  <c:pt idx="1">
                    <c:v>＋時刻・季節</c:v>
                  </c:pt>
                  <c:pt idx="2">
                    <c:v>＋予測時点
までの負荷</c:v>
                  </c:pt>
                  <c:pt idx="3">
                    <c:v>＋予測先の
実測負荷（参考）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2.676</c:v>
                </c:pt>
                <c:pt idx="1">
                  <c:v>1.827</c:v>
                </c:pt>
                <c:pt idx="2">
                  <c:v>1.951</c:v>
                </c:pt>
                <c:pt idx="3">
                  <c:v>1.968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600" u="none">
                  <a:solidFill>
                    <a:srgbClr val="2626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3A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2"/>
          <c:y val="0.1"/>
          <c:w val="0.96"/>
          <c:h val="0.7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2626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E75B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持続予測</c:v>
                  </c:pt>
                  <c:pt idx="1">
                    <c:v>前日同時刻</c:v>
                  </c:pt>
                  <c:pt idx="2">
                    <c:v>リッジ回帰</c:v>
                  </c:pt>
                  <c:pt idx="3">
                    <c:v>LightGBM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6</c:v>
                </c:pt>
                <c:pt idx="2">
                  <c:v>5</c:v>
                </c:pt>
                <c:pt idx="3">
                  <c:v>10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600" u="none">
                  <a:solidFill>
                    <a:srgbClr val="2626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A3A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7"/>
          <c:y val="0.05"/>
          <c:w val="0.8"/>
          <c:h val="0.82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実測</c:v>
                </c:pt>
              </c:strCache>
            </c:strRef>
          </c:tx>
          <c:spPr>
            <a:solidFill>
              <a:srgbClr val="262626"/>
            </a:solidFill>
            <a:ln w="25400" cap="flat">
              <a:solidFill>
                <a:srgbClr val="26262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7"/>
            <c:spPr>
              <a:solidFill>
                <a:srgbClr val="262626"/>
              </a:solidFill>
              <a:ln w="9525" cap="flat">
                <a:solidFill>
                  <a:srgbClr val="26262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39.3</c:v>
                </c:pt>
                <c:pt idx="1">
                  <c:v>38.9</c:v>
                </c:pt>
                <c:pt idx="2">
                  <c:v>38.2</c:v>
                </c:pt>
                <c:pt idx="3">
                  <c:v>37.3</c:v>
                </c:pt>
                <c:pt idx="4">
                  <c:v>36.9</c:v>
                </c:pt>
                <c:pt idx="5">
                  <c:v>36.4</c:v>
                </c:pt>
                <c:pt idx="6">
                  <c:v>36.2</c:v>
                </c:pt>
                <c:pt idx="7">
                  <c:v>36.4</c:v>
                </c:pt>
                <c:pt idx="8">
                  <c:v>38</c:v>
                </c:pt>
                <c:pt idx="9">
                  <c:v>40.4</c:v>
                </c:pt>
                <c:pt idx="10">
                  <c:v>42.8</c:v>
                </c:pt>
                <c:pt idx="11">
                  <c:v>46.1</c:v>
                </c:pt>
                <c:pt idx="12">
                  <c:v>47.2</c:v>
                </c:pt>
                <c:pt idx="13">
                  <c:v>47.2</c:v>
                </c:pt>
                <c:pt idx="14">
                  <c:v>47.9</c:v>
                </c:pt>
                <c:pt idx="15">
                  <c:v>48.3</c:v>
                </c:pt>
                <c:pt idx="16">
                  <c:v>48.1</c:v>
                </c:pt>
                <c:pt idx="17">
                  <c:v>47.6</c:v>
                </c:pt>
                <c:pt idx="18">
                  <c:v>46.5</c:v>
                </c:pt>
                <c:pt idx="19">
                  <c:v>45.4</c:v>
                </c:pt>
                <c:pt idx="20">
                  <c:v>44.1</c:v>
                </c:pt>
                <c:pt idx="21">
                  <c:v>43</c:v>
                </c:pt>
                <c:pt idx="22">
                  <c:v>42.4</c:v>
                </c:pt>
                <c:pt idx="23">
                  <c:v>41.9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6時間前の予測</c:v>
                </c:pt>
              </c:strCache>
            </c:strRef>
          </c:tx>
          <c:spPr>
            <a:solidFill>
              <a:srgbClr val="2E75B6"/>
            </a:solidFill>
            <a:ln w="25400" cap="flat">
              <a:solidFill>
                <a:srgbClr val="2E75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7"/>
            <c:spPr>
              <a:solidFill>
                <a:srgbClr val="2E75B6"/>
              </a:solidFill>
              <a:ln w="9525" cap="flat">
                <a:solidFill>
                  <a:srgbClr val="2E75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37.6</c:v>
                </c:pt>
                <c:pt idx="1">
                  <c:v>37.8</c:v>
                </c:pt>
                <c:pt idx="2">
                  <c:v>36.5</c:v>
                </c:pt>
                <c:pt idx="3">
                  <c:v>36.3</c:v>
                </c:pt>
                <c:pt idx="4">
                  <c:v>35.9</c:v>
                </c:pt>
                <c:pt idx="5">
                  <c:v>35.7</c:v>
                </c:pt>
                <c:pt idx="6">
                  <c:v>35.6</c:v>
                </c:pt>
                <c:pt idx="7">
                  <c:v>35.7</c:v>
                </c:pt>
                <c:pt idx="8">
                  <c:v>36.4</c:v>
                </c:pt>
                <c:pt idx="9">
                  <c:v>36.8</c:v>
                </c:pt>
                <c:pt idx="10">
                  <c:v>38.8</c:v>
                </c:pt>
                <c:pt idx="11">
                  <c:v>40.8</c:v>
                </c:pt>
                <c:pt idx="12">
                  <c:v>41.5</c:v>
                </c:pt>
                <c:pt idx="13">
                  <c:v>41.5</c:v>
                </c:pt>
                <c:pt idx="14">
                  <c:v>46</c:v>
                </c:pt>
                <c:pt idx="15">
                  <c:v>48.5</c:v>
                </c:pt>
                <c:pt idx="16">
                  <c:v>48.3</c:v>
                </c:pt>
                <c:pt idx="17">
                  <c:v>47.2</c:v>
                </c:pt>
                <c:pt idx="18">
                  <c:v>45.4</c:v>
                </c:pt>
                <c:pt idx="19">
                  <c:v>43.9</c:v>
                </c:pt>
                <c:pt idx="20">
                  <c:v>42.3</c:v>
                </c:pt>
                <c:pt idx="21">
                  <c:v>41.7</c:v>
                </c:pt>
                <c:pt idx="22">
                  <c:v>42.1</c:v>
                </c:pt>
                <c:pt idx="23">
                  <c:v>41.4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閾値</c:v>
                </c:pt>
              </c:strCache>
            </c:strRef>
          </c:tx>
          <c:spPr>
            <a:solidFill>
              <a:srgbClr val="C55A11"/>
            </a:solidFill>
            <a:ln w="25400" cap="flat">
              <a:solidFill>
                <a:srgbClr val="C55A1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7"/>
            <c:spPr>
              <a:solidFill>
                <a:srgbClr val="C55A11"/>
              </a:solidFill>
              <a:ln w="9525" cap="flat">
                <a:solidFill>
                  <a:srgbClr val="C55A1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46.4</c:v>
                </c:pt>
                <c:pt idx="1">
                  <c:v>46.4</c:v>
                </c:pt>
                <c:pt idx="2">
                  <c:v>46.4</c:v>
                </c:pt>
                <c:pt idx="3">
                  <c:v>46.4</c:v>
                </c:pt>
                <c:pt idx="4">
                  <c:v>46.4</c:v>
                </c:pt>
                <c:pt idx="5">
                  <c:v>46.4</c:v>
                </c:pt>
                <c:pt idx="6">
                  <c:v>46.4</c:v>
                </c:pt>
                <c:pt idx="7">
                  <c:v>46.4</c:v>
                </c:pt>
                <c:pt idx="8">
                  <c:v>46.4</c:v>
                </c:pt>
                <c:pt idx="9">
                  <c:v>46.4</c:v>
                </c:pt>
                <c:pt idx="10">
                  <c:v>46.4</c:v>
                </c:pt>
                <c:pt idx="11">
                  <c:v>46.4</c:v>
                </c:pt>
                <c:pt idx="12">
                  <c:v>46.4</c:v>
                </c:pt>
                <c:pt idx="13">
                  <c:v>46.4</c:v>
                </c:pt>
                <c:pt idx="14">
                  <c:v>46.4</c:v>
                </c:pt>
                <c:pt idx="15">
                  <c:v>46.4</c:v>
                </c:pt>
                <c:pt idx="16">
                  <c:v>46.4</c:v>
                </c:pt>
                <c:pt idx="17">
                  <c:v>46.4</c:v>
                </c:pt>
                <c:pt idx="18">
                  <c:v>46.4</c:v>
                </c:pt>
                <c:pt idx="19">
                  <c:v>46.4</c:v>
                </c:pt>
                <c:pt idx="20">
                  <c:v>46.4</c:v>
                </c:pt>
                <c:pt idx="21">
                  <c:v>46.4</c:v>
                </c:pt>
                <c:pt idx="22">
                  <c:v>46.4</c:v>
                </c:pt>
                <c:pt idx="23">
                  <c:v>46.4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30"/>
        </c:scaling>
        <c:delete val="0"/>
        <c:axPos val="l"/>
        <c:majorGridlines>
          <c:spPr>
            <a:ln w="9525" cap="flat">
              <a:solidFill>
                <a:srgbClr val="EBEBEB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E6E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1"/>
          <c:y val="0.12"/>
          <c:w val="0.64"/>
          <c:h val="0.74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持続予測</c:v>
                </c:pt>
              </c:strCache>
            </c:strRef>
          </c:tx>
          <c:spPr>
            <a:solidFill>
              <a:srgbClr val="A6A6A6"/>
            </a:solidFill>
            <a:ln w="25400" cap="flat">
              <a:solidFill>
                <a:srgbClr val="A6A6A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6A6A6"/>
              </a:solidFill>
              <a:ln w="9525" cap="flat">
                <a:solidFill>
                  <a:srgbClr val="A6A6A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1時間先</c:v>
                  </c:pt>
                  <c:pt idx="1">
                    <c:v>6時間先</c:v>
                  </c:pt>
                  <c:pt idx="2">
                    <c:v>24時間先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0.44</c:v>
                </c:pt>
                <c:pt idx="1">
                  <c:v>1.15</c:v>
                </c:pt>
                <c:pt idx="2">
                  <c:v>1.63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LightGBM</c:v>
                </c:pt>
              </c:strCache>
            </c:strRef>
          </c:tx>
          <c:spPr>
            <a:solidFill>
              <a:srgbClr val="2E75B6"/>
            </a:solidFill>
            <a:ln w="25400" cap="flat">
              <a:solidFill>
                <a:srgbClr val="2E75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75B6"/>
              </a:solidFill>
              <a:ln w="9525" cap="flat">
                <a:solidFill>
                  <a:srgbClr val="2E75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1時間先</c:v>
                  </c:pt>
                  <c:pt idx="1">
                    <c:v>6時間先</c:v>
                  </c:pt>
                  <c:pt idx="2">
                    <c:v>24時間先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0.42</c:v>
                </c:pt>
                <c:pt idx="1">
                  <c:v>1.11</c:v>
                </c:pt>
                <c:pt idx="2">
                  <c:v>1.8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0"/>
        </c:scaling>
        <c:delete val="0"/>
        <c:axPos val="l"/>
        <c:majorGridlines>
          <c:spPr>
            <a:ln w="9525" cap="flat">
              <a:solidFill>
                <a:srgbClr val="EBEBEB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E6E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1"/>
          <c:y val="0.12"/>
          <c:w val="0.64"/>
          <c:h val="0.74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持続予測</c:v>
                </c:pt>
              </c:strCache>
            </c:strRef>
          </c:tx>
          <c:spPr>
            <a:solidFill>
              <a:srgbClr val="A6A6A6"/>
            </a:solidFill>
            <a:ln w="25400" cap="flat">
              <a:solidFill>
                <a:srgbClr val="A6A6A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6A6A6"/>
              </a:solidFill>
              <a:ln w="9525" cap="flat">
                <a:solidFill>
                  <a:srgbClr val="A6A6A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1時間先</c:v>
                  </c:pt>
                  <c:pt idx="1">
                    <c:v>6時間先</c:v>
                  </c:pt>
                  <c:pt idx="2">
                    <c:v>24時間先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0.91</c:v>
                </c:pt>
                <c:pt idx="1">
                  <c:v>4.44</c:v>
                </c:pt>
                <c:pt idx="2">
                  <c:v>3.19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LightGBM</c:v>
                </c:pt>
              </c:strCache>
            </c:strRef>
          </c:tx>
          <c:spPr>
            <a:solidFill>
              <a:srgbClr val="2E75B6"/>
            </a:solidFill>
            <a:ln w="25400" cap="flat">
              <a:solidFill>
                <a:srgbClr val="2E75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75B6"/>
              </a:solidFill>
              <a:ln w="9525" cap="flat">
                <a:solidFill>
                  <a:srgbClr val="2E75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1時間先</c:v>
                  </c:pt>
                  <c:pt idx="1">
                    <c:v>6時間先</c:v>
                  </c:pt>
                  <c:pt idx="2">
                    <c:v>24時間先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0.37</c:v>
                </c:pt>
                <c:pt idx="1">
                  <c:v>1.95</c:v>
                </c:pt>
                <c:pt idx="2">
                  <c:v>3.17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9525" cap="flat">
              <a:solidFill>
                <a:srgbClr val="EBEBEB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E6E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7"/>
          <c:y val="0.05"/>
          <c:w val="0.8"/>
          <c:h val="0.82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実測</c:v>
                </c:pt>
              </c:strCache>
            </c:strRef>
          </c:tx>
          <c:spPr>
            <a:solidFill>
              <a:srgbClr val="262626"/>
            </a:solidFill>
            <a:ln w="25400" cap="flat">
              <a:solidFill>
                <a:srgbClr val="26262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7"/>
            <c:spPr>
              <a:solidFill>
                <a:srgbClr val="262626"/>
              </a:solidFill>
              <a:ln w="9525" cap="flat">
                <a:solidFill>
                  <a:srgbClr val="26262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31.5</c:v>
                </c:pt>
                <c:pt idx="1">
                  <c:v>31.1</c:v>
                </c:pt>
                <c:pt idx="2">
                  <c:v>30.7</c:v>
                </c:pt>
                <c:pt idx="3">
                  <c:v>30.2</c:v>
                </c:pt>
                <c:pt idx="4">
                  <c:v>29.3</c:v>
                </c:pt>
                <c:pt idx="5">
                  <c:v>28.5</c:v>
                </c:pt>
                <c:pt idx="6">
                  <c:v>28</c:v>
                </c:pt>
                <c:pt idx="7">
                  <c:v>28.5</c:v>
                </c:pt>
                <c:pt idx="8">
                  <c:v>29.8</c:v>
                </c:pt>
                <c:pt idx="9">
                  <c:v>32.2</c:v>
                </c:pt>
                <c:pt idx="10">
                  <c:v>35</c:v>
                </c:pt>
                <c:pt idx="11">
                  <c:v>39.4</c:v>
                </c:pt>
                <c:pt idx="12">
                  <c:v>41.6</c:v>
                </c:pt>
                <c:pt idx="13">
                  <c:v>43.4</c:v>
                </c:pt>
                <c:pt idx="14">
                  <c:v>46.5</c:v>
                </c:pt>
                <c:pt idx="15">
                  <c:v>46.9</c:v>
                </c:pt>
                <c:pt idx="16">
                  <c:v>44.3</c:v>
                </c:pt>
                <c:pt idx="17">
                  <c:v>41.6</c:v>
                </c:pt>
                <c:pt idx="18">
                  <c:v>39.4</c:v>
                </c:pt>
                <c:pt idx="19">
                  <c:v>37.5</c:v>
                </c:pt>
                <c:pt idx="20">
                  <c:v>36.1</c:v>
                </c:pt>
                <c:pt idx="21">
                  <c:v>35.5</c:v>
                </c:pt>
                <c:pt idx="22">
                  <c:v>34.6</c:v>
                </c:pt>
                <c:pt idx="23">
                  <c:v>33.7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6時間前の予測</c:v>
                </c:pt>
              </c:strCache>
            </c:strRef>
          </c:tx>
          <c:spPr>
            <a:solidFill>
              <a:srgbClr val="2E75B6"/>
            </a:solidFill>
            <a:ln w="25400" cap="flat">
              <a:solidFill>
                <a:srgbClr val="2E75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7"/>
            <c:spPr>
              <a:solidFill>
                <a:srgbClr val="2E75B6"/>
              </a:solidFill>
              <a:ln w="9525" cap="flat">
                <a:solidFill>
                  <a:srgbClr val="2E75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31.4</c:v>
                </c:pt>
                <c:pt idx="1">
                  <c:v>30.7</c:v>
                </c:pt>
                <c:pt idx="2">
                  <c:v>29.7</c:v>
                </c:pt>
                <c:pt idx="3">
                  <c:v>29.6</c:v>
                </c:pt>
                <c:pt idx="4">
                  <c:v>29.6</c:v>
                </c:pt>
                <c:pt idx="5">
                  <c:v>28.8</c:v>
                </c:pt>
                <c:pt idx="6">
                  <c:v>28.7</c:v>
                </c:pt>
                <c:pt idx="7">
                  <c:v>28.9</c:v>
                </c:pt>
                <c:pt idx="8">
                  <c:v>30.3</c:v>
                </c:pt>
                <c:pt idx="9">
                  <c:v>32</c:v>
                </c:pt>
                <c:pt idx="10">
                  <c:v>33.2</c:v>
                </c:pt>
                <c:pt idx="11">
                  <c:v>35.7</c:v>
                </c:pt>
                <c:pt idx="12">
                  <c:v>36.7</c:v>
                </c:pt>
                <c:pt idx="13">
                  <c:v>37.9</c:v>
                </c:pt>
                <c:pt idx="14">
                  <c:v>40</c:v>
                </c:pt>
                <c:pt idx="15">
                  <c:v>42.5</c:v>
                </c:pt>
                <c:pt idx="16">
                  <c:v>41.9</c:v>
                </c:pt>
                <c:pt idx="17">
                  <c:v>41.4</c:v>
                </c:pt>
                <c:pt idx="18">
                  <c:v>39.8</c:v>
                </c:pt>
                <c:pt idx="19">
                  <c:v>38.6</c:v>
                </c:pt>
                <c:pt idx="20">
                  <c:v>38.4</c:v>
                </c:pt>
                <c:pt idx="21">
                  <c:v>37.3</c:v>
                </c:pt>
                <c:pt idx="22">
                  <c:v>35.7</c:v>
                </c:pt>
                <c:pt idx="23">
                  <c:v>33.5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閾値</c:v>
                </c:pt>
              </c:strCache>
            </c:strRef>
          </c:tx>
          <c:spPr>
            <a:solidFill>
              <a:srgbClr val="C55A11"/>
            </a:solidFill>
            <a:ln w="25400" cap="flat">
              <a:solidFill>
                <a:srgbClr val="C55A1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7"/>
            <c:spPr>
              <a:solidFill>
                <a:srgbClr val="C55A11"/>
              </a:solidFill>
              <a:ln w="9525" cap="flat">
                <a:solidFill>
                  <a:srgbClr val="C55A1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46.4</c:v>
                </c:pt>
                <c:pt idx="1">
                  <c:v>46.4</c:v>
                </c:pt>
                <c:pt idx="2">
                  <c:v>46.4</c:v>
                </c:pt>
                <c:pt idx="3">
                  <c:v>46.4</c:v>
                </c:pt>
                <c:pt idx="4">
                  <c:v>46.4</c:v>
                </c:pt>
                <c:pt idx="5">
                  <c:v>46.4</c:v>
                </c:pt>
                <c:pt idx="6">
                  <c:v>46.4</c:v>
                </c:pt>
                <c:pt idx="7">
                  <c:v>46.4</c:v>
                </c:pt>
                <c:pt idx="8">
                  <c:v>46.4</c:v>
                </c:pt>
                <c:pt idx="9">
                  <c:v>46.4</c:v>
                </c:pt>
                <c:pt idx="10">
                  <c:v>46.4</c:v>
                </c:pt>
                <c:pt idx="11">
                  <c:v>46.4</c:v>
                </c:pt>
                <c:pt idx="12">
                  <c:v>46.4</c:v>
                </c:pt>
                <c:pt idx="13">
                  <c:v>46.4</c:v>
                </c:pt>
                <c:pt idx="14">
                  <c:v>46.4</c:v>
                </c:pt>
                <c:pt idx="15">
                  <c:v>46.4</c:v>
                </c:pt>
                <c:pt idx="16">
                  <c:v>46.4</c:v>
                </c:pt>
                <c:pt idx="17">
                  <c:v>46.4</c:v>
                </c:pt>
                <c:pt idx="18">
                  <c:v>46.4</c:v>
                </c:pt>
                <c:pt idx="19">
                  <c:v>46.4</c:v>
                </c:pt>
                <c:pt idx="20">
                  <c:v>46.4</c:v>
                </c:pt>
                <c:pt idx="21">
                  <c:v>46.4</c:v>
                </c:pt>
                <c:pt idx="22">
                  <c:v>46.4</c:v>
                </c:pt>
                <c:pt idx="23">
                  <c:v>46.4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26"/>
        </c:scaling>
        <c:delete val="0"/>
        <c:axPos val="l"/>
        <c:majorGridlines>
          <c:spPr>
            <a:ln w="9525" cap="flat">
              <a:solidFill>
                <a:srgbClr val="EBEBEB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E6E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変圧器の油温を6時間先まで予測し、</a:t>
            </a:r>
            <a:endParaRPr lang="en-US" sz="30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高温になる前に知らせられるか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6974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ETT公開データを使った油温予測の検証報告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886200"/>
            <a:ext cx="82296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09651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沓脱 聖　｜　2026年9月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10896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設備2では6時間先の誤差を18%減らし、</a:t>
            </a:r>
            <a:endParaRPr lang="en-US" sz="2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高温13区間中10区間を事前に検知した</a:t>
            </a:r>
            <a:endParaRPr lang="en-US" sz="2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66751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精度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6時間先のMAEは1.95℃（最良の比較手法は2.37℃）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事前検知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平均4.0時間前に検知。通知12件のうち誤通知は3件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限界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24時間先と設備1は改善が小さく、短い高温は見逃す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1417320"/>
            <a:ext cx="8229600" cy="0"/>
          </a:xfrm>
          <a:prstGeom prst="line">
            <a:avLst/>
          </a:prstGeom>
          <a:noFill/>
          <a:ln w="9525">
            <a:solidFill>
              <a:srgbClr val="A6A6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30352" y="34015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提案：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2084832" y="3364992"/>
            <a:ext cx="66019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現場へ通知せずに試行し、</a:t>
            </a:r>
            <a:endParaRPr lang="en-US" sz="20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2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通知候補の数と外れた数を確かめる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57657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設備2（ETTh2）・テスト期間 2017年11月〜2018年6月・主な評価（予測時点までの観測だけを使う）の条件。区間と通知は別の数え方（定義は付録D）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超えてから気づく監視を、超える前に知らせる監視へ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97280"/>
          <a:ext cx="539496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954219" y="1855983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C55A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954219" y="2963521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油温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2910535" y="1850976"/>
            <a:ext cx="164592" cy="16459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-24689" y="1607765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C55A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閾値監視：超えてから気づく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191207" y="2845961"/>
            <a:ext cx="164592" cy="164592"/>
          </a:xfrm>
          <a:prstGeom prst="ellipse">
            <a:avLst/>
          </a:prstGeom>
          <a:solidFill>
            <a:srgbClr val="2E75B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296058"/>
            <a:ext cx="163342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予測：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超える前に知らせる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2273503" y="3431743"/>
            <a:ext cx="719328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  <a:headEnd type="triangle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1901647" y="3486607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数時間の余裕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149547" y="3856025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 →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1325880"/>
            <a:ext cx="2514600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油温は、劣化や事故の</a:t>
            </a:r>
            <a:endParaRPr lang="en-US" sz="15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リスクと密接に関係する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72200" y="1981200"/>
            <a:ext cx="25146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172200" y="2118360"/>
            <a:ext cx="2514600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これまでは経験則の</a:t>
            </a:r>
            <a:endParaRPr lang="en-US" sz="15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閾値監視が中心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172200" y="2773680"/>
            <a:ext cx="25146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172200" y="2910840"/>
            <a:ext cx="2514600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負荷の変動や外部要因で、</a:t>
            </a:r>
            <a:endParaRPr lang="en-US" sz="15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温度の動きが複雑に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457657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ご相談時に伺った背景より。図はイメージで、実データではない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10896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問いは、予測の精度・高温の事前検知・</a:t>
            </a:r>
            <a:endParaRPr lang="en-US" sz="2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外れる理由の3つに絞った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743200"/>
                <a:gridCol w="32004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問い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測るもの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事前に決めた目標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予測の精度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平均絶対誤差（MAE）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最良の比較手法より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MAEで10%以上改善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高温の事前検知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検知率・通知数・先行時間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通知が平均1日1件以下で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検知率50%以上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外れる理由と効く情報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誤差の傾向と特徴量の効果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目標は置かず、改善点を探す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1417320"/>
            <a:ext cx="8229600" cy="0"/>
          </a:xfrm>
          <a:prstGeom prst="line">
            <a:avLst/>
          </a:prstGeom>
          <a:noFill/>
          <a:ln w="12700">
            <a:solidFill>
              <a:srgbClr val="1F4E7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457657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高温は、学習期間の油温の上位5%で定義した。故障や危険を示す温度ではない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油温は1日で8〜11℃動き、負荷との相関は最大0.50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51206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39775" y="39867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1164641" y="39867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689506" y="39867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2214372" y="39867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739238" y="39867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264103" y="39867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788969" y="39867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313834" y="39867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190134" y="1864443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夏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190134" y="3392969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冬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3446983" y="201495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春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446983" y="2489773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秋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100584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平均油温（℃）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659782" y="425196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時刻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09498" y="13350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どの季節も15時ごろ最高、朝6〜8時に最低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5989320" y="1417320"/>
            <a:ext cx="2697480" cy="801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直前の値と強く連動</a:t>
            </a:r>
            <a:endParaRPr lang="en-US" sz="16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（1時間前との相関 0.994）</a:t>
            </a:r>
            <a:endParaRPr lang="en-US" sz="16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油温の履歴を土台に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5989320" y="2401824"/>
            <a:ext cx="269748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989320" y="2584704"/>
            <a:ext cx="2697480" cy="54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負荷との相関は最大0.50</a:t>
            </a:r>
            <a:endParaRPr lang="en-US" sz="16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効くかは実験で確かめる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" y="457657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設備2の全期間（2016年7月〜2018年6月）の時刻別平均。データ：Zhou et al. (2021)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観測済みの情報で6時間先を予測し、最後の8か月で採点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1531620"/>
            <a:ext cx="3931920" cy="82296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754880" y="1531620"/>
            <a:ext cx="3566160" cy="82296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16128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観測済み（油温と負荷）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1612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未来（使うのは時刻と季節だけ）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54296" y="1472184"/>
            <a:ext cx="201168" cy="201168"/>
          </a:xfrm>
          <a:prstGeom prst="ellipse">
            <a:avLst/>
          </a:prstGeom>
          <a:solidFill>
            <a:srgbClr val="1F4E7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40296" y="1472184"/>
            <a:ext cx="201168" cy="201168"/>
          </a:xfrm>
          <a:prstGeom prst="ellipse">
            <a:avLst/>
          </a:prstGeom>
          <a:solidFill>
            <a:srgbClr val="2E75B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40480" y="172821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予測時点（現在）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852160" y="172821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予測先（6時間後）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487168"/>
            <a:ext cx="4132017" cy="420624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487168"/>
            <a:ext cx="413201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学習　12か月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953512"/>
            <a:ext cx="413201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2016年7月〜2017年6月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89217" y="2487168"/>
            <a:ext cx="1377339" cy="420624"/>
          </a:xfrm>
          <a:prstGeom prst="rect">
            <a:avLst/>
          </a:prstGeom>
          <a:solidFill>
            <a:srgbClr val="6E6E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89217" y="2487168"/>
            <a:ext cx="13773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検証　4か月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89217" y="2953512"/>
            <a:ext cx="13773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2017年7月〜10月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966556" y="2487168"/>
            <a:ext cx="2720244" cy="420624"/>
          </a:xfrm>
          <a:prstGeom prst="rect">
            <a:avLst/>
          </a:prstGeom>
          <a:solidFill>
            <a:srgbClr val="2E75B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966556" y="2487168"/>
            <a:ext cx="27202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テスト　約8か月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966556" y="2953512"/>
            <a:ext cx="27202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2017年11月〜2018年6月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401568"/>
            <a:ext cx="8229600" cy="26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比較相手：持続予測（今と同じ）・前日同時刻・リッジ回帰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3740912"/>
            <a:ext cx="82296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3814064"/>
            <a:ext cx="8229600" cy="26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設定は検証期間だけで選び、テストは最後に一度だけ採点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7200" y="4153408"/>
            <a:ext cx="82296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4226560"/>
            <a:ext cx="8229600" cy="26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未来の情報が混ざらないことを、実行のたびに自動で確認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457657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参考評価として、予測先の負荷が事前に分かると仮定した場合も比べた。1時間先と24時間先の結果は付録B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6時間先の誤差は1.95℃、最良の比較手法より18%小さい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43000"/>
          <a:ext cx="566928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109728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設備2・平均絶対誤差（℃）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829861" y="2116921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リッジ比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646981" y="2363809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2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−18%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6355080" y="2011680"/>
            <a:ext cx="2331720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設備1の改善は4%だけ</a:t>
            </a:r>
            <a:endParaRPr lang="en-US" sz="15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1・24時間先は付録B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57657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設備2・6時間先・テスト期間（5,702時点）。データ：ETT（Zhou et al., 2021）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6時間前の予測は、1日の山と谷を追えている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822960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42554" y="391591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3/19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1783080" y="391591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3/20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2723606" y="391591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3664131" y="391591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3/22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604657" y="391591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3/23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545183" y="391591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3/24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485709" y="391591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3/25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525512" y="2251501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6時間前の予測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525512" y="2489245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実測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100584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設備2・油温（℃）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57657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設備2・2018/03/19〜03/25。この週の誤差 1.92℃ は、テスト期間の33週の中央値（1.92℃）と同じ。都合のよい週を選ばないよう中央値の週を使った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10896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設備2では、テスト期間の8か月すべてで</a:t>
            </a:r>
            <a:endParaRPr lang="en-US" sz="2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持続予測とリッジ回帰より誤差が小さかった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71600"/>
          <a:ext cx="47548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4195" y="404256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11月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1084021" y="404256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12月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523848" y="404256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1月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963674" y="404256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2月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403500" y="404256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2843327" y="404256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4月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283153" y="404256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5月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22980" y="404256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6月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381805" y="18172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持続予測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381805" y="297606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リッジ回帰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381805" y="321380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LightGBM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118872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平均絶対誤差（℃）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918515" y="340137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8か月すべてで最小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852160" y="1371600"/>
            <a:ext cx="2834640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月ごとに見ても、</a:t>
            </a:r>
            <a:endParaRPr lang="en-US" sz="15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リッジ回帰より3〜28%小さい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852160" y="2002536"/>
            <a:ext cx="283464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52160" y="2115312"/>
            <a:ext cx="283464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週ごとでも35週中、</a:t>
            </a:r>
            <a:endParaRPr lang="en-US" sz="15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持続予測より34週、</a:t>
            </a:r>
            <a:endParaRPr lang="en-US" sz="15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リッジ回帰より32週で小さい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5852160" y="2982468"/>
            <a:ext cx="283464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852160" y="3095244"/>
            <a:ext cx="283464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設備1が持続予測より</a:t>
            </a:r>
            <a:endParaRPr lang="en-US" sz="15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小さかったのは35週中19週</a:t>
            </a:r>
            <a:endParaRPr lang="en-US" sz="15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週によって優劣が分かれた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" y="457657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設備2・6時間先・主な評価の条件。月と週は予測先の時刻で区切り、それぞれの平均絶対誤差を比べた。データ：ETT（Zhou et al., 2021）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効いたのは負荷ではなく、時刻と季節だった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43000"/>
          <a:ext cx="539496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109728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設備2・平均絶対誤差（℃）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1677010" y="166745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履歴だけ比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677010" y="189605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−32%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6172200" y="1463040"/>
            <a:ext cx="25146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主な結果の1.95℃は、</a:t>
            </a:r>
            <a:endParaRPr lang="en-US" sz="15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テスト前に固定した</a:t>
            </a:r>
            <a:endParaRPr lang="en-US" sz="15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負荷ありの構成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172200" y="2377440"/>
            <a:ext cx="25146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172200" y="2537460"/>
            <a:ext cx="2514600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設備1も同じ傾向</a:t>
            </a:r>
            <a:endParaRPr lang="en-US" sz="15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（1.52→1.12℃）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57657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設備2・6時間先・テスト期間。特徴量は左から順に足した（4本目は予測時点では分からない情報を使う参考）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高温13区間のうち10区間を、平均4時間前に検知した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43000"/>
          <a:ext cx="548640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109728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設備2・事前に検知できた高温区間の数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66928" y="1805208"/>
            <a:ext cx="5266944" cy="0"/>
          </a:xfrm>
          <a:prstGeom prst="line">
            <a:avLst/>
          </a:prstGeom>
          <a:noFill/>
          <a:ln w="12700">
            <a:solidFill>
              <a:srgbClr val="C55A11"/>
            </a:solidFill>
            <a:prstDash val="dash"/>
          </a:ln>
        </p:spPr>
      </p:sp>
      <p:sp>
        <p:nvSpPr>
          <p:cNvPr id="7" name="Text 4"/>
          <p:cNvSpPr txBox="1"/>
          <p:nvPr/>
        </p:nvSpPr>
        <p:spPr>
          <a:xfrm>
            <a:off x="612648" y="153088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C55A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高温区間は全部で13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263640" y="1463040"/>
            <a:ext cx="2423160" cy="54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通知12件のうち</a:t>
            </a:r>
            <a:endParaRPr lang="en-US" sz="16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誤通知は3件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263640" y="2172716"/>
            <a:ext cx="242316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63640" y="2332736"/>
            <a:ext cx="2423160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高温区間は5〜6月に集中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57657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設備2・6時間先・閾値46.4℃（学習期間の上位5%）。区間と通知の数え方は付録D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9時に15時の高温を予測できたが、上がり始めは逃した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74980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41274" y="401878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1491082" y="401878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2240890" y="401878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2990698" y="401878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3740506" y="401878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490314" y="401878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240122" y="401878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89930" y="401878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981298" y="1348740"/>
            <a:ext cx="1749552" cy="2624328"/>
          </a:xfrm>
          <a:prstGeom prst="rect">
            <a:avLst/>
          </a:prstGeom>
          <a:solidFill>
            <a:srgbClr val="C55A11">
              <a:alpha val="12000"/>
            </a:srgbClr>
          </a:solidFill>
          <a:ln w="12700">
            <a:solidFill>
              <a:srgbClr val="C55A11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801210" y="1490701"/>
            <a:ext cx="109728" cy="109728"/>
          </a:xfrm>
          <a:prstGeom prst="ellipse">
            <a:avLst/>
          </a:prstGeom>
          <a:solidFill>
            <a:srgbClr val="C55A1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51146" y="1516944"/>
            <a:ext cx="109728" cy="109728"/>
          </a:xfrm>
          <a:prstGeom prst="ellipse">
            <a:avLst/>
          </a:prstGeom>
          <a:solidFill>
            <a:srgbClr val="C55A1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301082" y="1661282"/>
            <a:ext cx="109728" cy="109728"/>
          </a:xfrm>
          <a:prstGeom prst="ellipse">
            <a:avLst/>
          </a:prstGeom>
          <a:solidFill>
            <a:srgbClr val="C55A1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053682" y="1702247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C55A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 46.4℃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7053682" y="2292721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実測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7053682" y="2530465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6時間前の予測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100584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油温（℃）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5700370" y="426110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予測先の時刻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91794" y="1401227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C55A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9時に警報（超える3時間前）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C55A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15時の超過を予測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 flipV="1">
            <a:off x="3469234" y="1545565"/>
            <a:ext cx="1322832" cy="38542"/>
          </a:xfrm>
          <a:prstGeom prst="line">
            <a:avLst/>
          </a:prstGeom>
          <a:noFill/>
          <a:ln w="9525">
            <a:solidFill>
              <a:srgbClr val="C55A1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060546" y="2573807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12〜14時の超過は</a:t>
            </a:r>
            <a:endParaRPr lang="en-US" sz="12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予測が閾値に届かず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457657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設備2・2018年5月15日。横軸は予測先の時刻（予測はその6時間前に出したもの）。橙の帯は実測が閾値を超えた時間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変化量を予測し、先の時間ごとに別のモデルを作った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377440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1887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6時間後の油温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18872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＝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383280" y="1188720"/>
            <a:ext cx="2103120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2626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18872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今の油温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118872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035040" y="1188720"/>
            <a:ext cx="2651760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2E75B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0" y="11887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予測した変化量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847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油温そのものを予測するより、検証期間の誤差が小さかった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23160"/>
          <a:ext cx="82296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438912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ほかの判断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理由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1・6・24時間先で別々のモデル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予測を入力に戻して繰り返すと、誤差がたまる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絶対誤差で学習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評価指標（MAE）と揃える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特徴量と閾値はテスト前に固定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結果を見た選び直しを防ぐ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457200" y="2423160"/>
            <a:ext cx="8229600" cy="0"/>
          </a:xfrm>
          <a:prstGeom prst="line">
            <a:avLst/>
          </a:prstGeom>
          <a:noFill/>
          <a:ln w="12700">
            <a:solidFill>
              <a:srgbClr val="1F4E79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保全効果と他の設備での有効性は、まだ確認できていない</a:t>
            </a:r>
            <a:endParaRPr lang="en-US" sz="2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まだ分からないこと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次にどう確かめるか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保全の効果（故障・点検の記録がない）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試行で、通知と現場の対応を記録する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他の設備での有効性（評価は2台）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設備ごとに学習し直して評価する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危険温度・通年での検知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（高温は上位5%、5〜6月に集中）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閾値の意味を現場と決め、通年で評価する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24時間先の精度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外気温や気象予報を加える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1188720"/>
            <a:ext cx="8229600" cy="0"/>
          </a:xfrm>
          <a:prstGeom prst="line">
            <a:avLst/>
          </a:prstGeom>
          <a:noFill/>
          <a:ln w="12700">
            <a:solidFill>
              <a:srgbClr val="1F4E79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まず通知せずに予測を試し、通知の数と外れを確かめる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設備2：6時間先の誤差 −18%、高温13区間中10区間を事前に検知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087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保全効果と、評価していない設備での有効性は未検証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2423160" cy="960120"/>
          </a:xfrm>
          <a:prstGeom prst="rect">
            <a:avLst/>
          </a:prstGeom>
          <a:solidFill>
            <a:srgbClr val="1F4E7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85216" y="23317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5146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通知せずに</a:t>
            </a:r>
            <a:endParaRPr lang="en-US" sz="14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予測だけ動かす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935224" y="2720340"/>
            <a:ext cx="370332" cy="0"/>
          </a:xfrm>
          <a:prstGeom prst="line">
            <a:avLst/>
          </a:prstGeom>
          <a:noFill/>
          <a:ln w="15875">
            <a:solidFill>
              <a:srgbClr val="D9D9D9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360420" y="2240280"/>
            <a:ext cx="2423160" cy="960120"/>
          </a:xfrm>
          <a:prstGeom prst="rect">
            <a:avLst/>
          </a:prstGeom>
          <a:solidFill>
            <a:srgbClr val="1F4E7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88436" y="23317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451860" y="25146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通知候補の数・先行時間・</a:t>
            </a:r>
            <a:endParaRPr lang="en-US" sz="14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見逃しを記録する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838444" y="2720340"/>
            <a:ext cx="370332" cy="0"/>
          </a:xfrm>
          <a:prstGeom prst="line">
            <a:avLst/>
          </a:prstGeom>
          <a:noFill/>
          <a:ln w="15875">
            <a:solidFill>
              <a:srgbClr val="D9D9D9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263640" y="2240280"/>
            <a:ext cx="2423160" cy="960120"/>
          </a:xfrm>
          <a:prstGeom prst="rect">
            <a:avLst/>
          </a:prstGeom>
          <a:solidFill>
            <a:srgbClr val="1F4E7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91656" y="23317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355080" y="25146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許容できる誤通知の数を</a:t>
            </a:r>
            <a:endParaRPr lang="en-US" sz="14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現場と決めて通知を始める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3434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github.com/HJRKTNG/ett-oil-temperature-poc　｜　沓脱 聖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参考文献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9224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データの出典論文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Zhou, H. et al. (2021). Informer: Beyond Efficient Transformer for Long Sequence Time-Series Forecasting. AAAI 2021.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データの配布元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ETDataset. https://github.com/zhouhaoyi/ETDataset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利用条件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CC BY-ND 4.0。配布 CSV は改変せず保存し、特徴量はコードで作成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予測手法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Ke, G. et al. (2017). LightGBM: A Highly Efficient Gradient Boosting Decision Tree. NeurIPS 2017.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9525">
            <a:solidFill>
              <a:srgbClr val="A6A6A6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付録A　特徴量とモデル設定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特徴量は、予測時点までの値と予測先の時刻・季節だけ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6583680"/>
              </a:tblGrid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油温の履歴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現在値、1・2・3・6・12・24・48・168時間前の値、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現在値と1時間前・24時間前との差、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6・24・168時間の移動平均・標準偏差・最大・最小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時刻・季節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予測先の時刻と年内の日（sin・cos）、曜日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負荷6種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現在値、現在値と1時間前との差、24時間平均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参考評価のみ：予測先の実測負荷も追加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LightGBM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絶対誤差（L1）で学習。学習率0.03、最大葉数31、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葉ごとの最小データ数50、特徴量と行の抽出率0.8。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検証期間の誤差が100回続けて改善しなければ学習を終了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1188720"/>
            <a:ext cx="8229600" cy="0"/>
          </a:xfrm>
          <a:prstGeom prst="line">
            <a:avLst/>
          </a:prstGeom>
          <a:noFill/>
          <a:ln w="9525">
            <a:solidFill>
              <a:srgbClr val="A6A6A6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付録B　予測する時間ごとの結果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24時間先では、持続予測に対する改善がなくなる</a:t>
            </a:r>
            <a:endParaRPr lang="en-US" sz="2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234440"/>
          <a:ext cx="393192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904037" y="391454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1時間先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742846" y="391454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6時間先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2581656" y="391454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24時間先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0515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439973" y="1709837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LightGBM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3439973" y="1929293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持続予測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949757" y="3465951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9757" y="3095811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0.44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788566" y="2683906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1.11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788566" y="229109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1.15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27376" y="1554389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1.80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627376" y="209453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1.63</a:t>
            </a:r>
            <a:endParaRPr lang="en-US" sz="1100" dirty="0"/>
          </a:p>
        </p:txBody>
      </p:sp>
      <p:graphicFrame>
        <p:nvGraphicFramePr>
          <p:cNvPr id="18" name="Chart 1" descr=""/>
          <p:cNvGraphicFramePr/>
          <p:nvPr/>
        </p:nvGraphicFramePr>
        <p:xfrm>
          <a:off x="4663440" y="1234440"/>
          <a:ext cx="393192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110277" y="391454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1時間先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5949086" y="391454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6時間先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6787896" y="391454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24時間先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4663440" y="10515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設備2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7646213" y="230373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持続予測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7646213" y="252319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LightGBM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5567477" y="3600499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0.37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155997" y="3181949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0.91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5994806" y="3057927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1.95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5994806" y="158159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4.44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6833616" y="2504829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3.17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6833616" y="214829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3.19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457200" y="457657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平均絶対誤差（℃）・テスト期間・主な評価の条件。リッジ回帰と前日同時刻は省略。データ：ETT（Zhou et al., 2021）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付録C　見逃した例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14時と15時だけの短い高温は、6時間前に捉えられなかった</a:t>
            </a:r>
            <a:endParaRPr lang="en-US" sz="2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188720"/>
          <a:ext cx="74980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41274" y="401878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491082" y="401878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2240890" y="401878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990698" y="401878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740506" y="401878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490314" y="401878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240122" y="401878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989930" y="401878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481170" y="1348740"/>
            <a:ext cx="499872" cy="2624328"/>
          </a:xfrm>
          <a:prstGeom prst="rect">
            <a:avLst/>
          </a:prstGeom>
          <a:solidFill>
            <a:srgbClr val="C55A11">
              <a:alpha val="12000"/>
            </a:srgbClr>
          </a:solidFill>
          <a:ln w="12700">
            <a:solidFill>
              <a:srgbClr val="C55A11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053682" y="1623517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C55A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 46.4℃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053682" y="3012224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実測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053682" y="324996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6時間前の予測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100584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油温（℃）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700370" y="426110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予測先の時刻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42130" y="237820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5B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792066" y="2104835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5B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256483" y="360128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白丸：8時・9時に出した予測</a:t>
            </a:r>
            <a:endParaRPr lang="en-US" sz="12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（40.0℃・42.5℃）はどちらも閾値未満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587850" y="2515362"/>
            <a:ext cx="0" cy="1049350"/>
          </a:xfrm>
          <a:prstGeom prst="line">
            <a:avLst/>
          </a:prstGeom>
          <a:noFill/>
          <a:ln w="9525">
            <a:solidFill>
              <a:srgbClr val="2E75B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7200" y="457657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設備2・2018年6月4日。横軸は予測先の時刻。次の検証で、通知の閾値を下げたときの見逃しと誤通知を確かめる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付録D　高温検知の数え方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区間・通知・先行時間を、5月15日の例で数える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274820" y="1325880"/>
            <a:ext cx="3086100" cy="2322576"/>
          </a:xfrm>
          <a:prstGeom prst="rect">
            <a:avLst/>
          </a:prstGeom>
          <a:solidFill>
            <a:srgbClr val="C55A11">
              <a:alpha val="12000"/>
            </a:srgbClr>
          </a:solidFill>
          <a:ln w="12700">
            <a:solidFill>
              <a:srgbClr val="C55A11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274820" y="1362456"/>
            <a:ext cx="41833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C55A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高温区間：実測が閾値を連続して超えた12〜18時 ＝ 1区間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647879" y="1883664"/>
            <a:ext cx="109728" cy="109728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57607" y="1938528"/>
            <a:ext cx="2572077" cy="0"/>
          </a:xfrm>
          <a:prstGeom prst="line">
            <a:avLst/>
          </a:prstGeom>
          <a:noFill/>
          <a:ln w="12700">
            <a:solidFill>
              <a:srgbClr val="A6A6A6"/>
            </a:solidFill>
            <a:prstDash val="dash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320040" y="1828800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6時の予測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088751" y="2194560"/>
            <a:ext cx="109728" cy="109728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98479" y="2249424"/>
            <a:ext cx="2572077" cy="0"/>
          </a:xfrm>
          <a:prstGeom prst="line">
            <a:avLst/>
          </a:prstGeom>
          <a:noFill/>
          <a:ln w="12700">
            <a:solidFill>
              <a:srgbClr val="A6A6A6"/>
            </a:solidFill>
            <a:prstDash val="dash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320040" y="213969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7時の予測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29622" y="2505456"/>
            <a:ext cx="109728" cy="109728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39350" y="2560320"/>
            <a:ext cx="2572077" cy="0"/>
          </a:xfrm>
          <a:prstGeom prst="line">
            <a:avLst/>
          </a:prstGeom>
          <a:noFill/>
          <a:ln w="12700">
            <a:solidFill>
              <a:srgbClr val="A6A6A6"/>
            </a:solidFill>
            <a:prstDash val="dash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320040" y="245059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8時の予測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70494" y="2816352"/>
            <a:ext cx="109728" cy="109728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80222" y="2871216"/>
            <a:ext cx="2572077" cy="0"/>
          </a:xfrm>
          <a:prstGeom prst="line">
            <a:avLst/>
          </a:prstGeom>
          <a:noFill/>
          <a:ln w="22225">
            <a:solidFill>
              <a:srgbClr val="C55A11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320040" y="276148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C55A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9時の予測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411365" y="3127248"/>
            <a:ext cx="109728" cy="109728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1093" y="3182112"/>
            <a:ext cx="2572077" cy="0"/>
          </a:xfrm>
          <a:prstGeom prst="line">
            <a:avLst/>
          </a:prstGeom>
          <a:noFill/>
          <a:ln w="22225">
            <a:solidFill>
              <a:srgbClr val="C55A11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20040" y="3072384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C55A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10時の予測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852237" y="3438144"/>
            <a:ext cx="109728" cy="109728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961965" y="3493008"/>
            <a:ext cx="2572077" cy="0"/>
          </a:xfrm>
          <a:prstGeom prst="line">
            <a:avLst/>
          </a:prstGeom>
          <a:noFill/>
          <a:ln w="22225">
            <a:solidFill>
              <a:srgbClr val="C55A11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320040" y="3383280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C55A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11時の予測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148649" y="2752344"/>
            <a:ext cx="0" cy="859536"/>
          </a:xfrm>
          <a:prstGeom prst="line">
            <a:avLst/>
          </a:prstGeom>
          <a:noFill/>
          <a:ln w="19050">
            <a:solidFill>
              <a:srgbClr val="C55A1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40089" y="2734056"/>
            <a:ext cx="1325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C55A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通知 1件</a:t>
            </a:r>
            <a:endParaRPr lang="en-US" sz="12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C55A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連続した警報を</a:t>
            </a:r>
            <a:endParaRPr lang="en-US" sz="12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C55A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まとめて数える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188720" y="3694176"/>
            <a:ext cx="6172200" cy="0"/>
          </a:xfrm>
          <a:prstGeom prst="line">
            <a:avLst/>
          </a:prstGeom>
          <a:noFill/>
          <a:ln w="9525">
            <a:solidFill>
              <a:srgbClr val="A6A6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355271" y="373989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6時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2677886" y="373989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9時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4000500" y="373989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12時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323114" y="373989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15時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645729" y="373989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18時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025358" y="4059936"/>
            <a:ext cx="1249462" cy="0"/>
          </a:xfrm>
          <a:prstGeom prst="line">
            <a:avLst/>
          </a:prstGeom>
          <a:noFill/>
          <a:ln w="22225">
            <a:solidFill>
              <a:srgbClr val="2E75B6"/>
            </a:solidFill>
            <a:prstDash val="solid"/>
            <a:headEnd type="oval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2860766" y="413308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先行時間 3時間：最初に当たった予測を出した9時 → 実際に超えた12時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457657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灰色の破線＝予測が閾値未満（警報なし）、橙＝警報。誤通知は、通知が指した時刻に実測が一度も閾値を超えなかった通知（この日は0件）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付録E　高温の基準を上位10%にした場合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上位10%に広げても検知率はほぼ同じで、通知は倍に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5836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03120"/>
                <a:gridCol w="210312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設備2・6時間先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上位5%（46.4℃）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上位10%（43.1℃）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高温区間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13区間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25区間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事前に検知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10区間（77%）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19区間（76%）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先行時間（平均）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4.0時間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4.6時間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通知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E75B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24件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1日あたりの通知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0.05件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E75B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0.10件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誤通知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E75B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1016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1188720"/>
            <a:ext cx="6583680" cy="0"/>
          </a:xfrm>
          <a:prstGeom prst="line">
            <a:avLst/>
          </a:prstGeom>
          <a:noFill/>
          <a:ln w="12700">
            <a:solidFill>
              <a:srgbClr val="1F4E7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57200" y="457657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実測の高温区間と予測による通知の両方に、各列の閾値を当てた（通知の条件だけを緩めた比較ではない）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変圧器油温の先読み PoC</dc:title>
  <dc:subject>PptxGenJS Presentation</dc:subject>
  <dc:creator>Kutsunugi Hijiri</dc:creator>
  <cp:lastModifiedBy>Kutsunugi Hijiri</cp:lastModifiedBy>
  <cp:revision>1</cp:revision>
  <dcterms:created xsi:type="dcterms:W3CDTF">2026-09-23T06:26:24Z</dcterms:created>
  <dcterms:modified xsi:type="dcterms:W3CDTF">2026-09-23T06:26:24Z</dcterms:modified>
</cp:coreProperties>
</file>